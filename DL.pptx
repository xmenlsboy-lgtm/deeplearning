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theme/theme2.xml" ContentType="application/vnd.openxmlformats-officedocument.theme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theme/theme3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61" r:id="rId2"/>
    <p:sldMasterId id="2147483674" r:id="rId3"/>
  </p:sldMasterIdLst>
  <p:sldIdLst>
    <p:sldId id="256" r:id="rId4"/>
    <p:sldId id="257" r:id="rId5"/>
    <p:sldId id="258" r:id="rId6"/>
    <p:sldId id="291" r:id="rId7"/>
    <p:sldId id="292" r:id="rId8"/>
    <p:sldId id="265" r:id="rId9"/>
    <p:sldId id="288" r:id="rId10"/>
    <p:sldId id="289" r:id="rId11"/>
    <p:sldId id="290" r:id="rId12"/>
    <p:sldId id="287" r:id="rId13"/>
  </p:sldIdLst>
  <p:sldSz cx="12192000" cy="6858000"/>
  <p:notesSz cx="7559675" cy="10691813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AB2E3D"/>
    <a:srgbClr val="B43750"/>
    <a:srgbClr val="003466"/>
    <a:srgbClr val="00336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6C5D2BA-76F3-4DA7-9123-3EF51A73427B}" v="11" dt="2025-12-21T13:47:10.649"/>
    <p1510:client id="{3C718E87-B3C8-945C-F3FB-4C3B536CF042}" v="70" dt="2025-12-22T09:31:50.881"/>
    <p1510:client id="{788A2392-5E6D-EED2-1863-197C5E3101FC}" v="1097" dt="2025-12-22T16:58:29.749"/>
    <p1510:client id="{9211B7F6-C6CC-3CC7-8067-931F1426D129}" v="13" dt="2025-12-22T18:43:28.335"/>
    <p1510:client id="{A8258C02-5063-FC8E-701D-C572321B5393}" v="43" dt="2025-12-22T09:20:52.734"/>
    <p1510:client id="{CA98EE3A-504F-92F1-6B69-8FC45949C238}" v="410" dt="2025-12-21T17:47:12.639"/>
    <p1510:client id="{F90AEE1B-A3AF-3A28-8AEB-B276B936601B}" v="8" dt="2025-12-22T19:04:52.125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793D81CF-94F2-401A-BA57-92F5A7B2D0C5}" styleName="Medium Style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BC89EF96-8CEA-46FF-86C4-4CE0E7609802}" styleName="Light Style 3 - Accent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20"/>
    <p:restoredTop sz="94660"/>
  </p:normalViewPr>
  <p:slideViewPr>
    <p:cSldViewPr snapToGrid="0">
      <p:cViewPr varScale="1">
        <p:scale>
          <a:sx n="102" d="100"/>
          <a:sy n="102" d="100"/>
        </p:scale>
        <p:origin x="918" y="1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5.xml"/><Relationship Id="rId13" Type="http://schemas.openxmlformats.org/officeDocument/2006/relationships/slide" Target="slides/slide10.xml"/><Relationship Id="rId18" Type="http://schemas.microsoft.com/office/2015/10/relationships/revisionInfo" Target="revisionInfo.xml"/><Relationship Id="rId3" Type="http://schemas.openxmlformats.org/officeDocument/2006/relationships/slideMaster" Target="slideMasters/slideMaster3.xml"/><Relationship Id="rId7" Type="http://schemas.openxmlformats.org/officeDocument/2006/relationships/slide" Target="slides/slide4.xml"/><Relationship Id="rId12" Type="http://schemas.openxmlformats.org/officeDocument/2006/relationships/slide" Target="slides/slide9.xml"/><Relationship Id="rId17" Type="http://schemas.openxmlformats.org/officeDocument/2006/relationships/tableStyles" Target="tableStyles.xml"/><Relationship Id="rId2" Type="http://schemas.openxmlformats.org/officeDocument/2006/relationships/slideMaster" Target="slideMasters/slideMaster2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3.xml"/><Relationship Id="rId11" Type="http://schemas.openxmlformats.org/officeDocument/2006/relationships/slide" Target="slides/slide8.xml"/><Relationship Id="rId5" Type="http://schemas.openxmlformats.org/officeDocument/2006/relationships/slide" Target="slides/slide2.xml"/><Relationship Id="rId15" Type="http://schemas.openxmlformats.org/officeDocument/2006/relationships/viewProps" Target="viewProps.xml"/><Relationship Id="rId10" Type="http://schemas.openxmlformats.org/officeDocument/2006/relationships/slide" Target="slides/slide7.xml"/><Relationship Id="rId4" Type="http://schemas.openxmlformats.org/officeDocument/2006/relationships/slide" Target="slides/slide1.xml"/><Relationship Id="rId9" Type="http://schemas.openxmlformats.org/officeDocument/2006/relationships/slide" Target="slides/slide6.xml"/><Relationship Id="rId14" Type="http://schemas.openxmlformats.org/officeDocument/2006/relationships/presProps" Target="presProp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4">
  <dgm:title val=""/>
  <dgm:desc val=""/>
  <dgm:catLst>
    <dgm:cat type="accent1" pri="11400"/>
  </dgm:catLst>
  <dgm:styleLbl name="node0">
    <dgm:fillClrLst meth="cycle">
      <a:schemeClr val="accent1">
        <a:shade val="60000"/>
      </a:schemeClr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cycle">
      <a:schemeClr val="accent1">
        <a:shade val="50000"/>
      </a:schemeClr>
      <a:schemeClr val="accent1">
        <a:tint val="55000"/>
      </a:schemeClr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cycle">
      <a:schemeClr val="accent1">
        <a:shade val="50000"/>
      </a:schemeClr>
      <a:schemeClr val="accent1">
        <a:tint val="55000"/>
      </a:schemeClr>
    </dgm:fillClrLst>
    <dgm:linClrLst meth="cycle">
      <a:schemeClr val="accent1">
        <a:shade val="50000"/>
      </a:schemeClr>
      <a:schemeClr val="accent1">
        <a:tint val="55000"/>
      </a:schemeClr>
    </dgm:linClrLst>
    <dgm:effectClrLst/>
    <dgm:txLinClrLst/>
    <dgm:txFillClrLst/>
    <dgm:txEffectClrLst/>
  </dgm:styleLbl>
  <dgm:styleLbl name="lnNode1">
    <dgm:fillClrLst meth="cycle">
      <a:schemeClr val="accent1">
        <a:shade val="50000"/>
      </a:schemeClr>
      <a:schemeClr val="accent1">
        <a:tint val="55000"/>
      </a:schemeClr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cycle">
      <a:schemeClr val="accent1">
        <a:shade val="80000"/>
        <a:alpha val="50000"/>
      </a:schemeClr>
      <a:schemeClr val="accent1">
        <a:tint val="50000"/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1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>
        <a:tint val="99000"/>
      </a:schemeClr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1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1">
        <a:tint val="50000"/>
      </a:schemeClr>
      <a:schemeClr val="accent1">
        <a:tint val="55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1">
        <a:tint val="55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1">
        <a:tint val="55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cycle">
      <a:schemeClr val="accent1">
        <a:shade val="90000"/>
      </a:schemeClr>
      <a:schemeClr val="accent1">
        <a:tint val="50000"/>
      </a:schemeClr>
    </dgm:fillClrLst>
    <dgm:linClrLst meth="cycle">
      <a:schemeClr val="accent1">
        <a:shade val="90000"/>
      </a:schemeClr>
      <a:schemeClr val="accent1">
        <a:tint val="50000"/>
      </a:schemeClr>
    </dgm:linClrLst>
    <dgm:effectClrLst/>
    <dgm:txLinClrLst/>
    <dgm:txFillClrLst/>
    <dgm:txEffectClrLst/>
  </dgm:styleLbl>
  <dgm:styleLbl name="fgSibTrans2D1">
    <dgm:fillClrLst meth="cycle">
      <a:schemeClr val="accent1">
        <a:shade val="90000"/>
      </a:schemeClr>
      <a:schemeClr val="accent1">
        <a:tint val="50000"/>
      </a:schemeClr>
    </dgm:fillClrLst>
    <dgm:linClrLst meth="cycle">
      <a:schemeClr val="accent1">
        <a:shade val="90000"/>
      </a:schemeClr>
      <a:schemeClr val="accent1">
        <a:tint val="50000"/>
      </a:schemeClr>
    </dgm:linClrLst>
    <dgm:effectClrLst/>
    <dgm:txLinClrLst/>
    <dgm:txFillClrLst/>
    <dgm:txEffectClrLst/>
  </dgm:styleLbl>
  <dgm:styleLbl name="bgSibTrans2D1">
    <dgm:fillClrLst meth="cycle">
      <a:schemeClr val="accent1">
        <a:shade val="90000"/>
      </a:schemeClr>
      <a:schemeClr val="accent1">
        <a:tint val="50000"/>
      </a:schemeClr>
    </dgm:fillClrLst>
    <dgm:linClrLst meth="cycle">
      <a:schemeClr val="accent1">
        <a:shade val="90000"/>
      </a:schemeClr>
      <a:schemeClr val="accent1">
        <a:tint val="50000"/>
      </a:schemeClr>
    </dgm:linClrLst>
    <dgm:effectClrLst/>
    <dgm:txLinClrLst/>
    <dgm:txFillClrLst/>
    <dgm:txEffectClrLst/>
  </dgm:styleLbl>
  <dgm:styleLbl name="sibTrans1D1">
    <dgm:fillClrLst meth="cycle">
      <a:schemeClr val="accent1">
        <a:shade val="90000"/>
      </a:schemeClr>
      <a:schemeClr val="accent1">
        <a:tint val="50000"/>
      </a:schemeClr>
    </dgm:fillClrLst>
    <dgm:linClrLst meth="cycle">
      <a:schemeClr val="accent1">
        <a:shade val="90000"/>
      </a:schemeClr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1">
        <a:tint val="90000"/>
      </a:schemeClr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1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1">
        <a:tint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shade val="80000"/>
      </a:schemeClr>
    </dgm:linClrLst>
    <dgm:effectClrLst/>
    <dgm:txLinClrLst/>
    <dgm:txFillClrLst/>
    <dgm:txEffectClrLst/>
  </dgm:styleLbl>
  <dgm:styleLbl name="parChTrans2D2">
    <dgm:fillClrLst meth="repeat">
      <a:schemeClr val="accent1">
        <a:tint val="90000"/>
      </a:schemeClr>
    </dgm:fillClrLst>
    <dgm:linClrLst meth="repeat">
      <a:schemeClr val="accent1">
        <a:tint val="90000"/>
      </a:schemeClr>
    </dgm:linClrLst>
    <dgm:effectClrLst/>
    <dgm:txLinClrLst/>
    <dgm:txFillClrLst/>
    <dgm:txEffectClrLst/>
  </dgm:styleLbl>
  <dgm:styleLbl name="parChTrans2D3">
    <dgm:fillClrLst meth="repeat">
      <a:schemeClr val="accent1">
        <a:tint val="70000"/>
      </a:schemeClr>
    </dgm:fillClrLst>
    <dgm:linClrLst meth="repeat">
      <a:schemeClr val="accent1">
        <a:tint val="70000"/>
      </a:schemeClr>
    </dgm:linClrLst>
    <dgm:effectClrLst/>
    <dgm:txLinClrLst/>
    <dgm:txFillClrLst/>
    <dgm:txEffectClrLst/>
  </dgm:styleLbl>
  <dgm:styleLbl name="parChTrans2D4">
    <dgm:fillClrLst meth="repeat">
      <a:schemeClr val="accent1">
        <a:tint val="50000"/>
      </a:schemeClr>
    </dgm:fillClrLst>
    <dgm:linClrLst meth="repeat">
      <a:schemeClr val="accent1">
        <a:tint val="50000"/>
      </a:schemeClr>
    </dgm:linClrLst>
    <dgm:effectClrLst/>
    <dgm:txLinClrLst/>
    <dgm:txFillClrLst meth="repeat">
      <a:schemeClr val="dk1"/>
    </dgm:txFillClrLst>
    <dgm:txEffectClrLst/>
  </dgm:styleLbl>
  <dgm:styleLbl name="parChTrans1D1">
    <dgm:fillClrLst meth="repeat">
      <a:schemeClr val="accent1">
        <a:shade val="8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>
        <a:tint val="90000"/>
      </a:schemeClr>
    </dgm:fillClrLst>
    <dgm:linClrLst meth="repeat">
      <a:schemeClr val="accent1">
        <a:tint val="9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>
        <a:tint val="70000"/>
      </a:schemeClr>
    </dgm:fillClrLst>
    <dgm:linClrLst meth="repeat">
      <a:schemeClr val="accent1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>
        <a:tint val="50000"/>
      </a:schemeClr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cycle">
      <a:schemeClr val="accent1">
        <a:shade val="50000"/>
      </a:schemeClr>
      <a:schemeClr val="accent1">
        <a:tint val="55000"/>
      </a:schemeClr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cycle">
      <a:schemeClr val="accent1">
        <a:shade val="50000"/>
      </a:schemeClr>
      <a:schemeClr val="accent1">
        <a:tint val="55000"/>
      </a:schemeClr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cycle">
      <a:schemeClr val="accent1">
        <a:shade val="50000"/>
      </a:schemeClr>
      <a:schemeClr val="accent1">
        <a:tint val="55000"/>
      </a:schemeClr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55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cycle">
      <a:schemeClr val="accent1">
        <a:shade val="50000"/>
      </a:schemeClr>
      <a:schemeClr val="accent1">
        <a:tint val="55000"/>
      </a:schemeClr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cycle">
      <a:schemeClr val="accent1">
        <a:shade val="50000"/>
      </a:schemeClr>
      <a:schemeClr val="accent1">
        <a:tint val="55000"/>
      </a:schemeClr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55000"/>
      </a:schemeClr>
    </dgm:fillClrLst>
    <dgm:linClrLst meth="repeat">
      <a:schemeClr val="accent1">
        <a:alpha val="90000"/>
        <a:tint val="55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55000"/>
      </a:schemeClr>
    </dgm:fillClrLst>
    <dgm:linClrLst meth="repeat">
      <a:schemeClr val="accent1">
        <a:alpha val="90000"/>
        <a:tint val="55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55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>
        <a:tint val="90000"/>
      </a:schemeClr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>
        <a:tint val="50000"/>
      </a:schemeClr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5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55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55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614E9697-D0F6-4010-92DC-7B2809B58E4F}" type="doc">
      <dgm:prSet loTypeId="urn:microsoft.com/office/officeart/2005/8/layout/hProcess9" loCatId="process" qsTypeId="urn:microsoft.com/office/officeart/2005/8/quickstyle/simple1" qsCatId="simple" csTypeId="urn:microsoft.com/office/officeart/2005/8/colors/accent1_4" csCatId="accent1" phldr="1"/>
      <dgm:spPr/>
      <dgm:t>
        <a:bodyPr/>
        <a:lstStyle/>
        <a:p>
          <a:endParaRPr lang="en-US"/>
        </a:p>
      </dgm:t>
    </dgm:pt>
    <dgm:pt modelId="{3D6CAD33-3D6C-41E2-B616-B2C8129B55E6}">
      <dgm:prSet phldrT="[Text]"/>
      <dgm:spPr/>
      <dgm:t>
        <a:bodyPr/>
        <a:lstStyle/>
        <a:p>
          <a:r>
            <a:rPr lang="vi-VN"/>
            <a:t>Chuẩn hóa màu và kích thước ảnh </a:t>
          </a:r>
          <a:endParaRPr lang="en-US"/>
        </a:p>
      </dgm:t>
    </dgm:pt>
    <dgm:pt modelId="{72D15134-9788-4650-AFFD-E3D855B7C7FC}" type="parTrans" cxnId="{A640732F-8968-4485-9648-8D630B64F8F3}">
      <dgm:prSet/>
      <dgm:spPr/>
      <dgm:t>
        <a:bodyPr/>
        <a:lstStyle/>
        <a:p>
          <a:endParaRPr lang="en-US"/>
        </a:p>
      </dgm:t>
    </dgm:pt>
    <dgm:pt modelId="{511F7C40-4CED-42FB-988B-7B4BDBEEF18E}" type="sibTrans" cxnId="{A640732F-8968-4485-9648-8D630B64F8F3}">
      <dgm:prSet/>
      <dgm:spPr/>
      <dgm:t>
        <a:bodyPr/>
        <a:lstStyle/>
        <a:p>
          <a:endParaRPr lang="en-US"/>
        </a:p>
      </dgm:t>
    </dgm:pt>
    <dgm:pt modelId="{EC8A1763-5313-47B6-AD56-E082737CE484}">
      <dgm:prSet phldrT="[Text]"/>
      <dgm:spPr/>
      <dgm:t>
        <a:bodyPr/>
        <a:lstStyle/>
        <a:p>
          <a:r>
            <a:rPr lang="vi-VN"/>
            <a:t>Dò mặt</a:t>
          </a:r>
          <a:endParaRPr lang="en-US"/>
        </a:p>
      </dgm:t>
    </dgm:pt>
    <dgm:pt modelId="{FB746995-9313-4087-AEC5-212D651A9480}" type="parTrans" cxnId="{980BA9CA-ED67-4249-B9BA-2228AB0C7D75}">
      <dgm:prSet/>
      <dgm:spPr/>
      <dgm:t>
        <a:bodyPr/>
        <a:lstStyle/>
        <a:p>
          <a:endParaRPr lang="en-US"/>
        </a:p>
      </dgm:t>
    </dgm:pt>
    <dgm:pt modelId="{43C352EF-85D6-411F-8DF5-193FF458987E}" type="sibTrans" cxnId="{980BA9CA-ED67-4249-B9BA-2228AB0C7D75}">
      <dgm:prSet/>
      <dgm:spPr/>
      <dgm:t>
        <a:bodyPr/>
        <a:lstStyle/>
        <a:p>
          <a:endParaRPr lang="en-US"/>
        </a:p>
      </dgm:t>
    </dgm:pt>
    <dgm:pt modelId="{04D3C824-CB98-4A03-BD3F-07E894611EFD}">
      <dgm:prSet phldrT="[Text]"/>
      <dgm:spPr/>
      <dgm:t>
        <a:bodyPr/>
        <a:lstStyle/>
        <a:p>
          <a:r>
            <a:rPr lang="vi-VN"/>
            <a:t>Huấn luyện mạng</a:t>
          </a:r>
          <a:endParaRPr lang="en-US"/>
        </a:p>
      </dgm:t>
    </dgm:pt>
    <dgm:pt modelId="{FB2132F7-4925-4742-8945-C2A152B38B48}" type="parTrans" cxnId="{684B78CA-47E3-4B7B-880E-D8F74C909DD4}">
      <dgm:prSet/>
      <dgm:spPr/>
      <dgm:t>
        <a:bodyPr/>
        <a:lstStyle/>
        <a:p>
          <a:endParaRPr lang="en-US"/>
        </a:p>
      </dgm:t>
    </dgm:pt>
    <dgm:pt modelId="{EAC25204-3FEE-4338-A028-4516CF4FAE88}" type="sibTrans" cxnId="{684B78CA-47E3-4B7B-880E-D8F74C909DD4}">
      <dgm:prSet/>
      <dgm:spPr/>
      <dgm:t>
        <a:bodyPr/>
        <a:lstStyle/>
        <a:p>
          <a:endParaRPr lang="en-US"/>
        </a:p>
      </dgm:t>
    </dgm:pt>
    <dgm:pt modelId="{B45DA0B8-7EF2-4972-99FF-BAB6FB3D3ECB}">
      <dgm:prSet phldrT="[Text]"/>
      <dgm:spPr/>
      <dgm:t>
        <a:bodyPr/>
        <a:lstStyle/>
        <a:p>
          <a:r>
            <a:rPr lang="vi-VN"/>
            <a:t>Thêm nhiễu tạo thêm tập dữ liệu</a:t>
          </a:r>
          <a:endParaRPr lang="en-US"/>
        </a:p>
      </dgm:t>
    </dgm:pt>
    <dgm:pt modelId="{0E36F033-05D6-4A15-B797-EF318F8B1FE4}" type="parTrans" cxnId="{3F03C82B-BD7B-4BDB-A407-5700E964C487}">
      <dgm:prSet/>
      <dgm:spPr/>
      <dgm:t>
        <a:bodyPr/>
        <a:lstStyle/>
        <a:p>
          <a:endParaRPr lang="en-US"/>
        </a:p>
      </dgm:t>
    </dgm:pt>
    <dgm:pt modelId="{E4265DF0-EC91-4764-9B78-84D737E4AD57}" type="sibTrans" cxnId="{3F03C82B-BD7B-4BDB-A407-5700E964C487}">
      <dgm:prSet/>
      <dgm:spPr/>
      <dgm:t>
        <a:bodyPr/>
        <a:lstStyle/>
        <a:p>
          <a:endParaRPr lang="en-US"/>
        </a:p>
      </dgm:t>
    </dgm:pt>
    <dgm:pt modelId="{C1A91CEF-69A5-4CB4-ADF7-986F3B736C37}">
      <dgm:prSet phldrT="[Text]"/>
      <dgm:spPr/>
      <dgm:t>
        <a:bodyPr/>
        <a:lstStyle/>
        <a:p>
          <a:r>
            <a:rPr lang="vi-VN"/>
            <a:t>Cắt ảnh</a:t>
          </a:r>
          <a:endParaRPr lang="en-US"/>
        </a:p>
      </dgm:t>
    </dgm:pt>
    <dgm:pt modelId="{30E730CB-0574-4FB1-B5C3-293DA7C829C3}" type="parTrans" cxnId="{AD5A139D-7859-4C1F-BED9-F892B67835B2}">
      <dgm:prSet/>
      <dgm:spPr/>
      <dgm:t>
        <a:bodyPr/>
        <a:lstStyle/>
        <a:p>
          <a:endParaRPr lang="en-US"/>
        </a:p>
      </dgm:t>
    </dgm:pt>
    <dgm:pt modelId="{70E9A9CD-FC15-401F-B566-6B1FDC0E93C8}" type="sibTrans" cxnId="{AD5A139D-7859-4C1F-BED9-F892B67835B2}">
      <dgm:prSet/>
      <dgm:spPr/>
      <dgm:t>
        <a:bodyPr/>
        <a:lstStyle/>
        <a:p>
          <a:endParaRPr lang="en-US"/>
        </a:p>
      </dgm:t>
    </dgm:pt>
    <dgm:pt modelId="{231780FA-00DF-4C8D-AD57-D0FAE611223E}">
      <dgm:prSet phldrT="[Text]"/>
      <dgm:spPr/>
      <dgm:t>
        <a:bodyPr/>
        <a:lstStyle/>
        <a:p>
          <a:r>
            <a:rPr lang="vi-VN"/>
            <a:t>Tăng cường ảnh</a:t>
          </a:r>
          <a:endParaRPr lang="en-US"/>
        </a:p>
      </dgm:t>
    </dgm:pt>
    <dgm:pt modelId="{3974FF8E-E8A1-40EC-AA72-13630F39F6CA}" type="parTrans" cxnId="{84404B59-3287-4E54-8A9C-0B9B1491682A}">
      <dgm:prSet/>
      <dgm:spPr/>
      <dgm:t>
        <a:bodyPr/>
        <a:lstStyle/>
        <a:p>
          <a:endParaRPr lang="en-US"/>
        </a:p>
      </dgm:t>
    </dgm:pt>
    <dgm:pt modelId="{19BD207D-C804-48BF-8682-63DFB3D6C6DE}" type="sibTrans" cxnId="{84404B59-3287-4E54-8A9C-0B9B1491682A}">
      <dgm:prSet/>
      <dgm:spPr/>
      <dgm:t>
        <a:bodyPr/>
        <a:lstStyle/>
        <a:p>
          <a:endParaRPr lang="en-US"/>
        </a:p>
      </dgm:t>
    </dgm:pt>
    <dgm:pt modelId="{CDE08336-FCD0-4EEA-9252-3719F1FF32F1}" type="pres">
      <dgm:prSet presAssocID="{614E9697-D0F6-4010-92DC-7B2809B58E4F}" presName="CompostProcess" presStyleCnt="0">
        <dgm:presLayoutVars>
          <dgm:dir/>
          <dgm:resizeHandles val="exact"/>
        </dgm:presLayoutVars>
      </dgm:prSet>
      <dgm:spPr/>
    </dgm:pt>
    <dgm:pt modelId="{F8BE023E-EABB-4EB2-980E-85A60DAE0E79}" type="pres">
      <dgm:prSet presAssocID="{614E9697-D0F6-4010-92DC-7B2809B58E4F}" presName="arrow" presStyleLbl="bgShp" presStyleIdx="0" presStyleCnt="1"/>
      <dgm:spPr/>
    </dgm:pt>
    <dgm:pt modelId="{EC281F26-1659-4A84-BFBB-2895C4BB1561}" type="pres">
      <dgm:prSet presAssocID="{614E9697-D0F6-4010-92DC-7B2809B58E4F}" presName="linearProcess" presStyleCnt="0"/>
      <dgm:spPr/>
    </dgm:pt>
    <dgm:pt modelId="{D3439A96-2B30-4721-80A9-D3A0A401657F}" type="pres">
      <dgm:prSet presAssocID="{3D6CAD33-3D6C-41E2-B616-B2C8129B55E6}" presName="textNode" presStyleLbl="node1" presStyleIdx="0" presStyleCnt="6">
        <dgm:presLayoutVars>
          <dgm:bulletEnabled val="1"/>
        </dgm:presLayoutVars>
      </dgm:prSet>
      <dgm:spPr/>
    </dgm:pt>
    <dgm:pt modelId="{98883C6B-D2DF-4A97-BE48-CCAD91EE3A75}" type="pres">
      <dgm:prSet presAssocID="{511F7C40-4CED-42FB-988B-7B4BDBEEF18E}" presName="sibTrans" presStyleCnt="0"/>
      <dgm:spPr/>
    </dgm:pt>
    <dgm:pt modelId="{2190EB8B-451F-477B-8708-C507797FB13B}" type="pres">
      <dgm:prSet presAssocID="{EC8A1763-5313-47B6-AD56-E082737CE484}" presName="textNode" presStyleLbl="node1" presStyleIdx="1" presStyleCnt="6">
        <dgm:presLayoutVars>
          <dgm:bulletEnabled val="1"/>
        </dgm:presLayoutVars>
      </dgm:prSet>
      <dgm:spPr/>
    </dgm:pt>
    <dgm:pt modelId="{A063CC7A-D448-4252-9F63-A85DA8473AB9}" type="pres">
      <dgm:prSet presAssocID="{43C352EF-85D6-411F-8DF5-193FF458987E}" presName="sibTrans" presStyleCnt="0"/>
      <dgm:spPr/>
    </dgm:pt>
    <dgm:pt modelId="{02941EC9-612B-47A6-B82E-F9B01B892FBD}" type="pres">
      <dgm:prSet presAssocID="{C1A91CEF-69A5-4CB4-ADF7-986F3B736C37}" presName="textNode" presStyleLbl="node1" presStyleIdx="2" presStyleCnt="6">
        <dgm:presLayoutVars>
          <dgm:bulletEnabled val="1"/>
        </dgm:presLayoutVars>
      </dgm:prSet>
      <dgm:spPr/>
    </dgm:pt>
    <dgm:pt modelId="{5280BAE2-7D91-455E-B65C-6AF807D65476}" type="pres">
      <dgm:prSet presAssocID="{70E9A9CD-FC15-401F-B566-6B1FDC0E93C8}" presName="sibTrans" presStyleCnt="0"/>
      <dgm:spPr/>
    </dgm:pt>
    <dgm:pt modelId="{E4EE6C32-A057-42A7-8B7D-9A277188FC9E}" type="pres">
      <dgm:prSet presAssocID="{B45DA0B8-7EF2-4972-99FF-BAB6FB3D3ECB}" presName="textNode" presStyleLbl="node1" presStyleIdx="3" presStyleCnt="6">
        <dgm:presLayoutVars>
          <dgm:bulletEnabled val="1"/>
        </dgm:presLayoutVars>
      </dgm:prSet>
      <dgm:spPr/>
    </dgm:pt>
    <dgm:pt modelId="{B4271B18-86BD-4F30-B017-80C1A301EF70}" type="pres">
      <dgm:prSet presAssocID="{E4265DF0-EC91-4764-9B78-84D737E4AD57}" presName="sibTrans" presStyleCnt="0"/>
      <dgm:spPr/>
    </dgm:pt>
    <dgm:pt modelId="{61F29B03-804E-4E55-89D6-28E242CBF926}" type="pres">
      <dgm:prSet presAssocID="{231780FA-00DF-4C8D-AD57-D0FAE611223E}" presName="textNode" presStyleLbl="node1" presStyleIdx="4" presStyleCnt="6">
        <dgm:presLayoutVars>
          <dgm:bulletEnabled val="1"/>
        </dgm:presLayoutVars>
      </dgm:prSet>
      <dgm:spPr/>
    </dgm:pt>
    <dgm:pt modelId="{0134F371-756B-4542-87EA-41871C2560BF}" type="pres">
      <dgm:prSet presAssocID="{19BD207D-C804-48BF-8682-63DFB3D6C6DE}" presName="sibTrans" presStyleCnt="0"/>
      <dgm:spPr/>
    </dgm:pt>
    <dgm:pt modelId="{E0801079-52FD-4B29-AC4B-C71A51A63568}" type="pres">
      <dgm:prSet presAssocID="{04D3C824-CB98-4A03-BD3F-07E894611EFD}" presName="textNode" presStyleLbl="node1" presStyleIdx="5" presStyleCnt="6">
        <dgm:presLayoutVars>
          <dgm:bulletEnabled val="1"/>
        </dgm:presLayoutVars>
      </dgm:prSet>
      <dgm:spPr/>
    </dgm:pt>
  </dgm:ptLst>
  <dgm:cxnLst>
    <dgm:cxn modelId="{10ABE601-0499-45D1-ADAB-830A516AB3FE}" type="presOf" srcId="{231780FA-00DF-4C8D-AD57-D0FAE611223E}" destId="{61F29B03-804E-4E55-89D6-28E242CBF926}" srcOrd="0" destOrd="0" presId="urn:microsoft.com/office/officeart/2005/8/layout/hProcess9"/>
    <dgm:cxn modelId="{E6430F11-BE11-457C-9FBE-F42310DE0C1F}" type="presOf" srcId="{04D3C824-CB98-4A03-BD3F-07E894611EFD}" destId="{E0801079-52FD-4B29-AC4B-C71A51A63568}" srcOrd="0" destOrd="0" presId="urn:microsoft.com/office/officeart/2005/8/layout/hProcess9"/>
    <dgm:cxn modelId="{7592091C-D794-48FC-B587-9A77B36E0CA9}" type="presOf" srcId="{C1A91CEF-69A5-4CB4-ADF7-986F3B736C37}" destId="{02941EC9-612B-47A6-B82E-F9B01B892FBD}" srcOrd="0" destOrd="0" presId="urn:microsoft.com/office/officeart/2005/8/layout/hProcess9"/>
    <dgm:cxn modelId="{D869EC1C-CC6C-4276-BA1D-152C5C4518DB}" type="presOf" srcId="{614E9697-D0F6-4010-92DC-7B2809B58E4F}" destId="{CDE08336-FCD0-4EEA-9252-3719F1FF32F1}" srcOrd="0" destOrd="0" presId="urn:microsoft.com/office/officeart/2005/8/layout/hProcess9"/>
    <dgm:cxn modelId="{EAD4171D-E472-4F03-949A-CB15C43900B6}" type="presOf" srcId="{3D6CAD33-3D6C-41E2-B616-B2C8129B55E6}" destId="{D3439A96-2B30-4721-80A9-D3A0A401657F}" srcOrd="0" destOrd="0" presId="urn:microsoft.com/office/officeart/2005/8/layout/hProcess9"/>
    <dgm:cxn modelId="{3F03C82B-BD7B-4BDB-A407-5700E964C487}" srcId="{614E9697-D0F6-4010-92DC-7B2809B58E4F}" destId="{B45DA0B8-7EF2-4972-99FF-BAB6FB3D3ECB}" srcOrd="3" destOrd="0" parTransId="{0E36F033-05D6-4A15-B797-EF318F8B1FE4}" sibTransId="{E4265DF0-EC91-4764-9B78-84D737E4AD57}"/>
    <dgm:cxn modelId="{A640732F-8968-4485-9648-8D630B64F8F3}" srcId="{614E9697-D0F6-4010-92DC-7B2809B58E4F}" destId="{3D6CAD33-3D6C-41E2-B616-B2C8129B55E6}" srcOrd="0" destOrd="0" parTransId="{72D15134-9788-4650-AFFD-E3D855B7C7FC}" sibTransId="{511F7C40-4CED-42FB-988B-7B4BDBEEF18E}"/>
    <dgm:cxn modelId="{0CC93D3A-D4E3-4C1C-9C7B-A6F48B2B5D9D}" type="presOf" srcId="{EC8A1763-5313-47B6-AD56-E082737CE484}" destId="{2190EB8B-451F-477B-8708-C507797FB13B}" srcOrd="0" destOrd="0" presId="urn:microsoft.com/office/officeart/2005/8/layout/hProcess9"/>
    <dgm:cxn modelId="{84404B59-3287-4E54-8A9C-0B9B1491682A}" srcId="{614E9697-D0F6-4010-92DC-7B2809B58E4F}" destId="{231780FA-00DF-4C8D-AD57-D0FAE611223E}" srcOrd="4" destOrd="0" parTransId="{3974FF8E-E8A1-40EC-AA72-13630F39F6CA}" sibTransId="{19BD207D-C804-48BF-8682-63DFB3D6C6DE}"/>
    <dgm:cxn modelId="{AD5A139D-7859-4C1F-BED9-F892B67835B2}" srcId="{614E9697-D0F6-4010-92DC-7B2809B58E4F}" destId="{C1A91CEF-69A5-4CB4-ADF7-986F3B736C37}" srcOrd="2" destOrd="0" parTransId="{30E730CB-0574-4FB1-B5C3-293DA7C829C3}" sibTransId="{70E9A9CD-FC15-401F-B566-6B1FDC0E93C8}"/>
    <dgm:cxn modelId="{1E9181A4-0E46-4882-8C3A-33D501C0EDC0}" type="presOf" srcId="{B45DA0B8-7EF2-4972-99FF-BAB6FB3D3ECB}" destId="{E4EE6C32-A057-42A7-8B7D-9A277188FC9E}" srcOrd="0" destOrd="0" presId="urn:microsoft.com/office/officeart/2005/8/layout/hProcess9"/>
    <dgm:cxn modelId="{684B78CA-47E3-4B7B-880E-D8F74C909DD4}" srcId="{614E9697-D0F6-4010-92DC-7B2809B58E4F}" destId="{04D3C824-CB98-4A03-BD3F-07E894611EFD}" srcOrd="5" destOrd="0" parTransId="{FB2132F7-4925-4742-8945-C2A152B38B48}" sibTransId="{EAC25204-3FEE-4338-A028-4516CF4FAE88}"/>
    <dgm:cxn modelId="{980BA9CA-ED67-4249-B9BA-2228AB0C7D75}" srcId="{614E9697-D0F6-4010-92DC-7B2809B58E4F}" destId="{EC8A1763-5313-47B6-AD56-E082737CE484}" srcOrd="1" destOrd="0" parTransId="{FB746995-9313-4087-AEC5-212D651A9480}" sibTransId="{43C352EF-85D6-411F-8DF5-193FF458987E}"/>
    <dgm:cxn modelId="{2D2BBC75-BCD1-4F3B-9B65-BA4EBFE69819}" type="presParOf" srcId="{CDE08336-FCD0-4EEA-9252-3719F1FF32F1}" destId="{F8BE023E-EABB-4EB2-980E-85A60DAE0E79}" srcOrd="0" destOrd="0" presId="urn:microsoft.com/office/officeart/2005/8/layout/hProcess9"/>
    <dgm:cxn modelId="{CA5597AE-2B95-455A-BEC7-80B40F7446F8}" type="presParOf" srcId="{CDE08336-FCD0-4EEA-9252-3719F1FF32F1}" destId="{EC281F26-1659-4A84-BFBB-2895C4BB1561}" srcOrd="1" destOrd="0" presId="urn:microsoft.com/office/officeart/2005/8/layout/hProcess9"/>
    <dgm:cxn modelId="{AA9F5E64-42DA-470E-9C2C-FB223A9A28F4}" type="presParOf" srcId="{EC281F26-1659-4A84-BFBB-2895C4BB1561}" destId="{D3439A96-2B30-4721-80A9-D3A0A401657F}" srcOrd="0" destOrd="0" presId="urn:microsoft.com/office/officeart/2005/8/layout/hProcess9"/>
    <dgm:cxn modelId="{992042C6-0198-41C1-AFD2-9D302CE91D90}" type="presParOf" srcId="{EC281F26-1659-4A84-BFBB-2895C4BB1561}" destId="{98883C6B-D2DF-4A97-BE48-CCAD91EE3A75}" srcOrd="1" destOrd="0" presId="urn:microsoft.com/office/officeart/2005/8/layout/hProcess9"/>
    <dgm:cxn modelId="{4CC390CD-BACC-4EB0-A762-91105F744974}" type="presParOf" srcId="{EC281F26-1659-4A84-BFBB-2895C4BB1561}" destId="{2190EB8B-451F-477B-8708-C507797FB13B}" srcOrd="2" destOrd="0" presId="urn:microsoft.com/office/officeart/2005/8/layout/hProcess9"/>
    <dgm:cxn modelId="{C028B181-CD5A-4507-A0D2-742EDBE052FA}" type="presParOf" srcId="{EC281F26-1659-4A84-BFBB-2895C4BB1561}" destId="{A063CC7A-D448-4252-9F63-A85DA8473AB9}" srcOrd="3" destOrd="0" presId="urn:microsoft.com/office/officeart/2005/8/layout/hProcess9"/>
    <dgm:cxn modelId="{B63BFDC8-C58E-43A4-A551-928CFED6CA4D}" type="presParOf" srcId="{EC281F26-1659-4A84-BFBB-2895C4BB1561}" destId="{02941EC9-612B-47A6-B82E-F9B01B892FBD}" srcOrd="4" destOrd="0" presId="urn:microsoft.com/office/officeart/2005/8/layout/hProcess9"/>
    <dgm:cxn modelId="{A70FD06B-AC30-451E-B198-0F8EE6F4EC80}" type="presParOf" srcId="{EC281F26-1659-4A84-BFBB-2895C4BB1561}" destId="{5280BAE2-7D91-455E-B65C-6AF807D65476}" srcOrd="5" destOrd="0" presId="urn:microsoft.com/office/officeart/2005/8/layout/hProcess9"/>
    <dgm:cxn modelId="{79153BB0-613F-4CDE-9CAA-5E5B4D6D068F}" type="presParOf" srcId="{EC281F26-1659-4A84-BFBB-2895C4BB1561}" destId="{E4EE6C32-A057-42A7-8B7D-9A277188FC9E}" srcOrd="6" destOrd="0" presId="urn:microsoft.com/office/officeart/2005/8/layout/hProcess9"/>
    <dgm:cxn modelId="{2739073C-2813-42B8-82E6-169FB99EE2F0}" type="presParOf" srcId="{EC281F26-1659-4A84-BFBB-2895C4BB1561}" destId="{B4271B18-86BD-4F30-B017-80C1A301EF70}" srcOrd="7" destOrd="0" presId="urn:microsoft.com/office/officeart/2005/8/layout/hProcess9"/>
    <dgm:cxn modelId="{5877736F-8998-4AA6-ADB7-3157E11B0ACF}" type="presParOf" srcId="{EC281F26-1659-4A84-BFBB-2895C4BB1561}" destId="{61F29B03-804E-4E55-89D6-28E242CBF926}" srcOrd="8" destOrd="0" presId="urn:microsoft.com/office/officeart/2005/8/layout/hProcess9"/>
    <dgm:cxn modelId="{6D0E8A54-BACC-41F4-ABA8-37A584FA3F08}" type="presParOf" srcId="{EC281F26-1659-4A84-BFBB-2895C4BB1561}" destId="{0134F371-756B-4542-87EA-41871C2560BF}" srcOrd="9" destOrd="0" presId="urn:microsoft.com/office/officeart/2005/8/layout/hProcess9"/>
    <dgm:cxn modelId="{E94B9546-8637-4A56-B7A7-2A0B95807AC0}" type="presParOf" srcId="{EC281F26-1659-4A84-BFBB-2895C4BB1561}" destId="{E0801079-52FD-4B29-AC4B-C71A51A63568}" srcOrd="10" destOrd="0" presId="urn:microsoft.com/office/officeart/2005/8/layout/hProcess9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  <a:ext uri="{C62137D5-CB1D-491B-B009-E17868A290BF}">
      <dgm14:recolorImg xmlns:dgm14="http://schemas.microsoft.com/office/drawing/2010/diagram" val="1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8BE023E-EABB-4EB2-980E-85A60DAE0E79}">
      <dsp:nvSpPr>
        <dsp:cNvPr id="0" name=""/>
        <dsp:cNvSpPr/>
      </dsp:nvSpPr>
      <dsp:spPr>
        <a:xfrm>
          <a:off x="810115" y="0"/>
          <a:ext cx="9181314" cy="4091233"/>
        </a:xfrm>
        <a:prstGeom prst="rightArrow">
          <a:avLst/>
        </a:prstGeom>
        <a:solidFill>
          <a:schemeClr val="accent1">
            <a:tint val="5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D3439A96-2B30-4721-80A9-D3A0A401657F}">
      <dsp:nvSpPr>
        <dsp:cNvPr id="0" name=""/>
        <dsp:cNvSpPr/>
      </dsp:nvSpPr>
      <dsp:spPr>
        <a:xfrm>
          <a:off x="2966" y="1227369"/>
          <a:ext cx="1727298" cy="1636493"/>
        </a:xfrm>
        <a:prstGeom prst="roundRect">
          <a:avLst/>
        </a:prstGeom>
        <a:solidFill>
          <a:schemeClr val="accent1">
            <a:shade val="5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vi-VN" sz="2300" kern="1200"/>
            <a:t>Chuẩn hóa màu và kích thước ảnh </a:t>
          </a:r>
          <a:endParaRPr lang="en-US" sz="2300" kern="1200"/>
        </a:p>
      </dsp:txBody>
      <dsp:txXfrm>
        <a:off x="82853" y="1307256"/>
        <a:ext cx="1567524" cy="1476719"/>
      </dsp:txXfrm>
    </dsp:sp>
    <dsp:sp modelId="{2190EB8B-451F-477B-8708-C507797FB13B}">
      <dsp:nvSpPr>
        <dsp:cNvPr id="0" name=""/>
        <dsp:cNvSpPr/>
      </dsp:nvSpPr>
      <dsp:spPr>
        <a:xfrm>
          <a:off x="1816629" y="1227369"/>
          <a:ext cx="1727298" cy="1636493"/>
        </a:xfrm>
        <a:prstGeom prst="roundRect">
          <a:avLst/>
        </a:prstGeom>
        <a:solidFill>
          <a:schemeClr val="accent1">
            <a:shade val="50000"/>
            <a:hueOff val="134164"/>
            <a:satOff val="-3267"/>
            <a:lumOff val="14299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vi-VN" sz="2300" kern="1200"/>
            <a:t>Dò mặt</a:t>
          </a:r>
          <a:endParaRPr lang="en-US" sz="2300" kern="1200"/>
        </a:p>
      </dsp:txBody>
      <dsp:txXfrm>
        <a:off x="1896516" y="1307256"/>
        <a:ext cx="1567524" cy="1476719"/>
      </dsp:txXfrm>
    </dsp:sp>
    <dsp:sp modelId="{02941EC9-612B-47A6-B82E-F9B01B892FBD}">
      <dsp:nvSpPr>
        <dsp:cNvPr id="0" name=""/>
        <dsp:cNvSpPr/>
      </dsp:nvSpPr>
      <dsp:spPr>
        <a:xfrm>
          <a:off x="3630292" y="1227369"/>
          <a:ext cx="1727298" cy="1636493"/>
        </a:xfrm>
        <a:prstGeom prst="roundRect">
          <a:avLst/>
        </a:prstGeom>
        <a:solidFill>
          <a:schemeClr val="accent1">
            <a:shade val="50000"/>
            <a:hueOff val="268329"/>
            <a:satOff val="-6535"/>
            <a:lumOff val="28597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vi-VN" sz="2300" kern="1200"/>
            <a:t>Cắt ảnh</a:t>
          </a:r>
          <a:endParaRPr lang="en-US" sz="2300" kern="1200"/>
        </a:p>
      </dsp:txBody>
      <dsp:txXfrm>
        <a:off x="3710179" y="1307256"/>
        <a:ext cx="1567524" cy="1476719"/>
      </dsp:txXfrm>
    </dsp:sp>
    <dsp:sp modelId="{E4EE6C32-A057-42A7-8B7D-9A277188FC9E}">
      <dsp:nvSpPr>
        <dsp:cNvPr id="0" name=""/>
        <dsp:cNvSpPr/>
      </dsp:nvSpPr>
      <dsp:spPr>
        <a:xfrm>
          <a:off x="5443955" y="1227369"/>
          <a:ext cx="1727298" cy="1636493"/>
        </a:xfrm>
        <a:prstGeom prst="roundRect">
          <a:avLst/>
        </a:prstGeom>
        <a:solidFill>
          <a:schemeClr val="accent1">
            <a:shade val="50000"/>
            <a:hueOff val="402493"/>
            <a:satOff val="-9802"/>
            <a:lumOff val="42896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vi-VN" sz="2300" kern="1200"/>
            <a:t>Thêm nhiễu tạo thêm tập dữ liệu</a:t>
          </a:r>
          <a:endParaRPr lang="en-US" sz="2300" kern="1200"/>
        </a:p>
      </dsp:txBody>
      <dsp:txXfrm>
        <a:off x="5523842" y="1307256"/>
        <a:ext cx="1567524" cy="1476719"/>
      </dsp:txXfrm>
    </dsp:sp>
    <dsp:sp modelId="{61F29B03-804E-4E55-89D6-28E242CBF926}">
      <dsp:nvSpPr>
        <dsp:cNvPr id="0" name=""/>
        <dsp:cNvSpPr/>
      </dsp:nvSpPr>
      <dsp:spPr>
        <a:xfrm>
          <a:off x="7257618" y="1227369"/>
          <a:ext cx="1727298" cy="1636493"/>
        </a:xfrm>
        <a:prstGeom prst="roundRect">
          <a:avLst/>
        </a:prstGeom>
        <a:solidFill>
          <a:schemeClr val="accent1">
            <a:shade val="50000"/>
            <a:hueOff val="268329"/>
            <a:satOff val="-6535"/>
            <a:lumOff val="28597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vi-VN" sz="2300" kern="1200"/>
            <a:t>Tăng cường ảnh</a:t>
          </a:r>
          <a:endParaRPr lang="en-US" sz="2300" kern="1200"/>
        </a:p>
      </dsp:txBody>
      <dsp:txXfrm>
        <a:off x="7337505" y="1307256"/>
        <a:ext cx="1567524" cy="1476719"/>
      </dsp:txXfrm>
    </dsp:sp>
    <dsp:sp modelId="{E0801079-52FD-4B29-AC4B-C71A51A63568}">
      <dsp:nvSpPr>
        <dsp:cNvPr id="0" name=""/>
        <dsp:cNvSpPr/>
      </dsp:nvSpPr>
      <dsp:spPr>
        <a:xfrm>
          <a:off x="9071281" y="1227369"/>
          <a:ext cx="1727298" cy="1636493"/>
        </a:xfrm>
        <a:prstGeom prst="roundRect">
          <a:avLst/>
        </a:prstGeom>
        <a:solidFill>
          <a:schemeClr val="accent1">
            <a:shade val="50000"/>
            <a:hueOff val="134164"/>
            <a:satOff val="-3267"/>
            <a:lumOff val="14299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vi-VN" sz="2300" kern="1200"/>
            <a:t>Huấn luyện mạng</a:t>
          </a:r>
          <a:endParaRPr lang="en-US" sz="2300" kern="1200"/>
        </a:p>
      </dsp:txBody>
      <dsp:txXfrm>
        <a:off x="9151168" y="1307256"/>
        <a:ext cx="1567524" cy="1476719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hProcess9">
  <dgm:title val=""/>
  <dgm:desc val=""/>
  <dgm:catLst>
    <dgm:cat type="process" pri="5000"/>
    <dgm:cat type="convert" pri="13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CompostProcess">
    <dgm:varLst>
      <dgm:dir/>
      <dgm:resizeHandles val="exact"/>
    </dgm:varLst>
    <dgm:alg type="composite">
      <dgm:param type="horzAlign" val="ctr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arrow" refType="w" fact="0.85"/>
      <dgm:constr type="h" for="ch" forName="arrow" refType="h"/>
      <dgm:constr type="ctrX" for="ch" forName="arrow" refType="w" fact="0.5"/>
      <dgm:constr type="ctrY" for="ch" forName="arrow" refType="h" fact="0.5"/>
      <dgm:constr type="w" for="ch" forName="linearProcess" refType="w"/>
      <dgm:constr type="h" for="ch" forName="linearProcess" refType="h" fact="0.4"/>
      <dgm:constr type="ctrX" for="ch" forName="linearProcess" refType="w" fact="0.5"/>
      <dgm:constr type="ctrY" for="ch" forName="linearProcess" refType="h" fact="0.5"/>
    </dgm:constrLst>
    <dgm:ruleLst/>
    <dgm:layoutNode name="arrow" styleLbl="bgShp">
      <dgm:alg type="sp"/>
      <dgm:choose name="Name0">
        <dgm:if name="Name1" func="var" arg="dir" op="equ" val="norm">
          <dgm:shape xmlns:r="http://schemas.openxmlformats.org/officeDocument/2006/relationships" type="rightArrow" r:blip="">
            <dgm:adjLst/>
          </dgm:shape>
        </dgm:if>
        <dgm:else name="Name2">
          <dgm:shape xmlns:r="http://schemas.openxmlformats.org/officeDocument/2006/relationships" type="leftArrow" r:blip="">
            <dgm:adjLst/>
          </dgm:shape>
        </dgm:else>
      </dgm:choose>
      <dgm:presOf/>
      <dgm:constrLst/>
      <dgm:ruleLst/>
    </dgm:layoutNode>
    <dgm:layoutNode name="linearProcess">
      <dgm:choose name="Name3">
        <dgm:if name="Name4" func="var" arg="dir" op="equ" val="norm">
          <dgm:alg type="lin"/>
        </dgm:if>
        <dgm:else name="Name5">
          <dgm:alg type="lin">
            <dgm:param type="linDir" val="fromR"/>
          </dgm:alg>
        </dgm:else>
      </dgm:choose>
      <dgm:shape xmlns:r="http://schemas.openxmlformats.org/officeDocument/2006/relationships" r:blip="">
        <dgm:adjLst/>
      </dgm:shape>
      <dgm:presOf/>
      <dgm:constrLst>
        <dgm:constr type="userA" for="ch" ptType="node" refType="w"/>
        <dgm:constr type="h" for="ch" ptType="node" refType="h"/>
        <dgm:constr type="w" for="ch" ptType="node" op="equ"/>
        <dgm:constr type="w" for="ch" forName="sibTrans" refType="w" fact="0.05"/>
        <dgm:constr type="primFontSz" for="ch" ptType="node" op="equ" val="65"/>
      </dgm:constrLst>
      <dgm:ruleLst/>
      <dgm:forEach name="Name6" axis="ch" ptType="node">
        <dgm:layoutNode name="textNode" styleLbl="node1">
          <dgm:varLst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desOrSelf" ptType="node"/>
          <dgm:constrLst>
            <dgm:constr type="userA"/>
            <dgm:constr type="w" refType="userA" fact="0.3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w" val="NaN" fact="1" max="NaN"/>
            <dgm:rule type="primFontSz" val="5" fact="NaN" max="NaN"/>
          </dgm:ruleLst>
        </dgm:layoutNode>
        <dgm:forEach name="Name7" axis="followSib" ptType="sibTrans" cnt="1">
          <dgm:layoutNode name="sibTrans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</dgm:forEach>
      </dgm:forEach>
    </dgm:layoutNode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subTitle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U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8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7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428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8" name="PlaceHolder 3"/>
          <p:cNvSpPr>
            <a:spLocks noGrp="1"/>
          </p:cNvSpPr>
          <p:nvPr>
            <p:ph type="body"/>
          </p:nvPr>
        </p:nvSpPr>
        <p:spPr>
          <a:xfrm>
            <a:off x="6231960" y="1604520"/>
            <a:ext cx="535428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8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ceHolder 1"/>
          <p:cNvSpPr>
            <a:spLocks noGrp="1"/>
          </p:cNvSpPr>
          <p:nvPr>
            <p:ph type="subTitle"/>
          </p:nvPr>
        </p:nvSpPr>
        <p:spPr>
          <a:xfrm>
            <a:off x="609480" y="273600"/>
            <a:ext cx="10972440" cy="53078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U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2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3" name="PlaceHolder 3"/>
          <p:cNvSpPr>
            <a:spLocks noGrp="1"/>
          </p:cNvSpPr>
          <p:nvPr>
            <p:ph type="body"/>
          </p:nvPr>
        </p:nvSpPr>
        <p:spPr>
          <a:xfrm>
            <a:off x="6231960" y="1604520"/>
            <a:ext cx="535428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4" name="PlaceHolder 4"/>
          <p:cNvSpPr>
            <a:spLocks noGrp="1"/>
          </p:cNvSpPr>
          <p:nvPr>
            <p:ph type="body"/>
          </p:nvPr>
        </p:nvSpPr>
        <p:spPr>
          <a:xfrm>
            <a:off x="609480" y="3682080"/>
            <a:ext cx="535428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8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6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428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7" name="PlaceHolder 3"/>
          <p:cNvSpPr>
            <a:spLocks noGrp="1"/>
          </p:cNvSpPr>
          <p:nvPr>
            <p:ph type="body"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8" name="PlaceHolder 4"/>
          <p:cNvSpPr>
            <a:spLocks noGrp="1"/>
          </p:cNvSpPr>
          <p:nvPr>
            <p:ph type="body"/>
          </p:nvPr>
        </p:nvSpPr>
        <p:spPr>
          <a:xfrm>
            <a:off x="6231960" y="3682080"/>
            <a:ext cx="535428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8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0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1" name="PlaceHolder 3"/>
          <p:cNvSpPr>
            <a:spLocks noGrp="1"/>
          </p:cNvSpPr>
          <p:nvPr>
            <p:ph type="body"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2" name="PlaceHolder 4"/>
          <p:cNvSpPr>
            <a:spLocks noGrp="1"/>
          </p:cNvSpPr>
          <p:nvPr>
            <p:ph type="body"/>
          </p:nvPr>
        </p:nvSpPr>
        <p:spPr>
          <a:xfrm>
            <a:off x="609480" y="3682080"/>
            <a:ext cx="109724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8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4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5" name="PlaceHolder 3"/>
          <p:cNvSpPr>
            <a:spLocks noGrp="1"/>
          </p:cNvSpPr>
          <p:nvPr>
            <p:ph type="body"/>
          </p:nvPr>
        </p:nvSpPr>
        <p:spPr>
          <a:xfrm>
            <a:off x="609480" y="3682080"/>
            <a:ext cx="109724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8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7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8" name="PlaceHolder 3"/>
          <p:cNvSpPr>
            <a:spLocks noGrp="1"/>
          </p:cNvSpPr>
          <p:nvPr>
            <p:ph type="body"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9" name="PlaceHolder 4"/>
          <p:cNvSpPr>
            <a:spLocks noGrp="1"/>
          </p:cNvSpPr>
          <p:nvPr>
            <p:ph type="body"/>
          </p:nvPr>
        </p:nvSpPr>
        <p:spPr>
          <a:xfrm>
            <a:off x="609480" y="3682080"/>
            <a:ext cx="535428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0" name="PlaceHolder 5"/>
          <p:cNvSpPr>
            <a:spLocks noGrp="1"/>
          </p:cNvSpPr>
          <p:nvPr>
            <p:ph type="body"/>
          </p:nvPr>
        </p:nvSpPr>
        <p:spPr>
          <a:xfrm>
            <a:off x="6231960" y="3682080"/>
            <a:ext cx="535428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8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2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35330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3" name="PlaceHolder 3"/>
          <p:cNvSpPr>
            <a:spLocks noGrp="1"/>
          </p:cNvSpPr>
          <p:nvPr>
            <p:ph type="body"/>
          </p:nvPr>
        </p:nvSpPr>
        <p:spPr>
          <a:xfrm>
            <a:off x="4319640" y="1604520"/>
            <a:ext cx="35330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4" name="PlaceHolder 4"/>
          <p:cNvSpPr>
            <a:spLocks noGrp="1"/>
          </p:cNvSpPr>
          <p:nvPr>
            <p:ph type="body"/>
          </p:nvPr>
        </p:nvSpPr>
        <p:spPr>
          <a:xfrm>
            <a:off x="8029800" y="1604520"/>
            <a:ext cx="35330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5" name="PlaceHolder 5"/>
          <p:cNvSpPr>
            <a:spLocks noGrp="1"/>
          </p:cNvSpPr>
          <p:nvPr>
            <p:ph type="body"/>
          </p:nvPr>
        </p:nvSpPr>
        <p:spPr>
          <a:xfrm>
            <a:off x="609480" y="3682080"/>
            <a:ext cx="35330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6" name="PlaceHolder 6"/>
          <p:cNvSpPr>
            <a:spLocks noGrp="1"/>
          </p:cNvSpPr>
          <p:nvPr>
            <p:ph type="body"/>
          </p:nvPr>
        </p:nvSpPr>
        <p:spPr>
          <a:xfrm>
            <a:off x="4319640" y="3682080"/>
            <a:ext cx="35330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7" name="PlaceHolder 7"/>
          <p:cNvSpPr>
            <a:spLocks noGrp="1"/>
          </p:cNvSpPr>
          <p:nvPr>
            <p:ph type="body"/>
          </p:nvPr>
        </p:nvSpPr>
        <p:spPr>
          <a:xfrm>
            <a:off x="8029800" y="3682080"/>
            <a:ext cx="35330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8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1" name="PlaceHolder 2"/>
          <p:cNvSpPr>
            <a:spLocks noGrp="1"/>
          </p:cNvSpPr>
          <p:nvPr>
            <p:ph type="subTitle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U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3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8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5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428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6" name="PlaceHolder 3"/>
          <p:cNvSpPr>
            <a:spLocks noGrp="1"/>
          </p:cNvSpPr>
          <p:nvPr>
            <p:ph type="body"/>
          </p:nvPr>
        </p:nvSpPr>
        <p:spPr>
          <a:xfrm>
            <a:off x="6231960" y="1604520"/>
            <a:ext cx="535428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8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PlaceHolder 1"/>
          <p:cNvSpPr>
            <a:spLocks noGrp="1"/>
          </p:cNvSpPr>
          <p:nvPr>
            <p:ph type="subTitle"/>
          </p:nvPr>
        </p:nvSpPr>
        <p:spPr>
          <a:xfrm>
            <a:off x="609480" y="273600"/>
            <a:ext cx="10972440" cy="53078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U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0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1" name="PlaceHolder 3"/>
          <p:cNvSpPr>
            <a:spLocks noGrp="1"/>
          </p:cNvSpPr>
          <p:nvPr>
            <p:ph type="body"/>
          </p:nvPr>
        </p:nvSpPr>
        <p:spPr>
          <a:xfrm>
            <a:off x="6231960" y="1604520"/>
            <a:ext cx="535428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2" name="PlaceHolder 4"/>
          <p:cNvSpPr>
            <a:spLocks noGrp="1"/>
          </p:cNvSpPr>
          <p:nvPr>
            <p:ph type="body"/>
          </p:nvPr>
        </p:nvSpPr>
        <p:spPr>
          <a:xfrm>
            <a:off x="609480" y="3682080"/>
            <a:ext cx="535428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8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4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428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5" name="PlaceHolder 3"/>
          <p:cNvSpPr>
            <a:spLocks noGrp="1"/>
          </p:cNvSpPr>
          <p:nvPr>
            <p:ph type="body"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6" name="PlaceHolder 4"/>
          <p:cNvSpPr>
            <a:spLocks noGrp="1"/>
          </p:cNvSpPr>
          <p:nvPr>
            <p:ph type="body"/>
          </p:nvPr>
        </p:nvSpPr>
        <p:spPr>
          <a:xfrm>
            <a:off x="6231960" y="3682080"/>
            <a:ext cx="535428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8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8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9" name="PlaceHolder 3"/>
          <p:cNvSpPr>
            <a:spLocks noGrp="1"/>
          </p:cNvSpPr>
          <p:nvPr>
            <p:ph type="body"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0" name="PlaceHolder 4"/>
          <p:cNvSpPr>
            <a:spLocks noGrp="1"/>
          </p:cNvSpPr>
          <p:nvPr>
            <p:ph type="body"/>
          </p:nvPr>
        </p:nvSpPr>
        <p:spPr>
          <a:xfrm>
            <a:off x="609480" y="3682080"/>
            <a:ext cx="109724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8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2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3" name="PlaceHolder 3"/>
          <p:cNvSpPr>
            <a:spLocks noGrp="1"/>
          </p:cNvSpPr>
          <p:nvPr>
            <p:ph type="body"/>
          </p:nvPr>
        </p:nvSpPr>
        <p:spPr>
          <a:xfrm>
            <a:off x="609480" y="3682080"/>
            <a:ext cx="109724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8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5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6" name="PlaceHolder 3"/>
          <p:cNvSpPr>
            <a:spLocks noGrp="1"/>
          </p:cNvSpPr>
          <p:nvPr>
            <p:ph type="body"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7" name="PlaceHolder 4"/>
          <p:cNvSpPr>
            <a:spLocks noGrp="1"/>
          </p:cNvSpPr>
          <p:nvPr>
            <p:ph type="body"/>
          </p:nvPr>
        </p:nvSpPr>
        <p:spPr>
          <a:xfrm>
            <a:off x="609480" y="3682080"/>
            <a:ext cx="535428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8" name="PlaceHolder 5"/>
          <p:cNvSpPr>
            <a:spLocks noGrp="1"/>
          </p:cNvSpPr>
          <p:nvPr>
            <p:ph type="body"/>
          </p:nvPr>
        </p:nvSpPr>
        <p:spPr>
          <a:xfrm>
            <a:off x="6231960" y="3682080"/>
            <a:ext cx="535428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8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70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35330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71" name="PlaceHolder 3"/>
          <p:cNvSpPr>
            <a:spLocks noGrp="1"/>
          </p:cNvSpPr>
          <p:nvPr>
            <p:ph type="body"/>
          </p:nvPr>
        </p:nvSpPr>
        <p:spPr>
          <a:xfrm>
            <a:off x="4319640" y="1604520"/>
            <a:ext cx="35330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72" name="PlaceHolder 4"/>
          <p:cNvSpPr>
            <a:spLocks noGrp="1"/>
          </p:cNvSpPr>
          <p:nvPr>
            <p:ph type="body"/>
          </p:nvPr>
        </p:nvSpPr>
        <p:spPr>
          <a:xfrm>
            <a:off x="8029800" y="1604520"/>
            <a:ext cx="35330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73" name="PlaceHolder 5"/>
          <p:cNvSpPr>
            <a:spLocks noGrp="1"/>
          </p:cNvSpPr>
          <p:nvPr>
            <p:ph type="body"/>
          </p:nvPr>
        </p:nvSpPr>
        <p:spPr>
          <a:xfrm>
            <a:off x="609480" y="3682080"/>
            <a:ext cx="35330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74" name="PlaceHolder 6"/>
          <p:cNvSpPr>
            <a:spLocks noGrp="1"/>
          </p:cNvSpPr>
          <p:nvPr>
            <p:ph type="body"/>
          </p:nvPr>
        </p:nvSpPr>
        <p:spPr>
          <a:xfrm>
            <a:off x="4319640" y="3682080"/>
            <a:ext cx="35330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75" name="PlaceHolder 7"/>
          <p:cNvSpPr>
            <a:spLocks noGrp="1"/>
          </p:cNvSpPr>
          <p:nvPr>
            <p:ph type="body"/>
          </p:nvPr>
        </p:nvSpPr>
        <p:spPr>
          <a:xfrm>
            <a:off x="8029800" y="3682080"/>
            <a:ext cx="35330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8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79" name="PlaceHolder 2"/>
          <p:cNvSpPr>
            <a:spLocks noGrp="1"/>
          </p:cNvSpPr>
          <p:nvPr>
            <p:ph type="subTitle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U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81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8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83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428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84" name="PlaceHolder 3"/>
          <p:cNvSpPr>
            <a:spLocks noGrp="1"/>
          </p:cNvSpPr>
          <p:nvPr>
            <p:ph type="body"/>
          </p:nvPr>
        </p:nvSpPr>
        <p:spPr>
          <a:xfrm>
            <a:off x="6231960" y="1604520"/>
            <a:ext cx="535428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8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PlaceHolder 1"/>
          <p:cNvSpPr>
            <a:spLocks noGrp="1"/>
          </p:cNvSpPr>
          <p:nvPr>
            <p:ph type="subTitle"/>
          </p:nvPr>
        </p:nvSpPr>
        <p:spPr>
          <a:xfrm>
            <a:off x="609480" y="273600"/>
            <a:ext cx="10972440" cy="53078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U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88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89" name="PlaceHolder 3"/>
          <p:cNvSpPr>
            <a:spLocks noGrp="1"/>
          </p:cNvSpPr>
          <p:nvPr>
            <p:ph type="body"/>
          </p:nvPr>
        </p:nvSpPr>
        <p:spPr>
          <a:xfrm>
            <a:off x="6231960" y="1604520"/>
            <a:ext cx="535428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90" name="PlaceHolder 4"/>
          <p:cNvSpPr>
            <a:spLocks noGrp="1"/>
          </p:cNvSpPr>
          <p:nvPr>
            <p:ph type="body"/>
          </p:nvPr>
        </p:nvSpPr>
        <p:spPr>
          <a:xfrm>
            <a:off x="609480" y="3682080"/>
            <a:ext cx="535428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8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92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428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93" name="PlaceHolder 3"/>
          <p:cNvSpPr>
            <a:spLocks noGrp="1"/>
          </p:cNvSpPr>
          <p:nvPr>
            <p:ph type="body"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94" name="PlaceHolder 4"/>
          <p:cNvSpPr>
            <a:spLocks noGrp="1"/>
          </p:cNvSpPr>
          <p:nvPr>
            <p:ph type="body"/>
          </p:nvPr>
        </p:nvSpPr>
        <p:spPr>
          <a:xfrm>
            <a:off x="6231960" y="3682080"/>
            <a:ext cx="535428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8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96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97" name="PlaceHolder 3"/>
          <p:cNvSpPr>
            <a:spLocks noGrp="1"/>
          </p:cNvSpPr>
          <p:nvPr>
            <p:ph type="body"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98" name="PlaceHolder 4"/>
          <p:cNvSpPr>
            <a:spLocks noGrp="1"/>
          </p:cNvSpPr>
          <p:nvPr>
            <p:ph type="body"/>
          </p:nvPr>
        </p:nvSpPr>
        <p:spPr>
          <a:xfrm>
            <a:off x="609480" y="3682080"/>
            <a:ext cx="109724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8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00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01" name="PlaceHolder 3"/>
          <p:cNvSpPr>
            <a:spLocks noGrp="1"/>
          </p:cNvSpPr>
          <p:nvPr>
            <p:ph type="body"/>
          </p:nvPr>
        </p:nvSpPr>
        <p:spPr>
          <a:xfrm>
            <a:off x="609480" y="3682080"/>
            <a:ext cx="109724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8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03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04" name="PlaceHolder 3"/>
          <p:cNvSpPr>
            <a:spLocks noGrp="1"/>
          </p:cNvSpPr>
          <p:nvPr>
            <p:ph type="body"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05" name="PlaceHolder 4"/>
          <p:cNvSpPr>
            <a:spLocks noGrp="1"/>
          </p:cNvSpPr>
          <p:nvPr>
            <p:ph type="body"/>
          </p:nvPr>
        </p:nvSpPr>
        <p:spPr>
          <a:xfrm>
            <a:off x="609480" y="3682080"/>
            <a:ext cx="535428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06" name="PlaceHolder 5"/>
          <p:cNvSpPr>
            <a:spLocks noGrp="1"/>
          </p:cNvSpPr>
          <p:nvPr>
            <p:ph type="body"/>
          </p:nvPr>
        </p:nvSpPr>
        <p:spPr>
          <a:xfrm>
            <a:off x="6231960" y="3682080"/>
            <a:ext cx="535428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8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08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35330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09" name="PlaceHolder 3"/>
          <p:cNvSpPr>
            <a:spLocks noGrp="1"/>
          </p:cNvSpPr>
          <p:nvPr>
            <p:ph type="body"/>
          </p:nvPr>
        </p:nvSpPr>
        <p:spPr>
          <a:xfrm>
            <a:off x="4319640" y="1604520"/>
            <a:ext cx="35330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10" name="PlaceHolder 4"/>
          <p:cNvSpPr>
            <a:spLocks noGrp="1"/>
          </p:cNvSpPr>
          <p:nvPr>
            <p:ph type="body"/>
          </p:nvPr>
        </p:nvSpPr>
        <p:spPr>
          <a:xfrm>
            <a:off x="8029800" y="1604520"/>
            <a:ext cx="35330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11" name="PlaceHolder 5"/>
          <p:cNvSpPr>
            <a:spLocks noGrp="1"/>
          </p:cNvSpPr>
          <p:nvPr>
            <p:ph type="body"/>
          </p:nvPr>
        </p:nvSpPr>
        <p:spPr>
          <a:xfrm>
            <a:off x="609480" y="3682080"/>
            <a:ext cx="35330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12" name="PlaceHolder 6"/>
          <p:cNvSpPr>
            <a:spLocks noGrp="1"/>
          </p:cNvSpPr>
          <p:nvPr>
            <p:ph type="body"/>
          </p:nvPr>
        </p:nvSpPr>
        <p:spPr>
          <a:xfrm>
            <a:off x="4319640" y="3682080"/>
            <a:ext cx="35330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13" name="PlaceHolder 7"/>
          <p:cNvSpPr>
            <a:spLocks noGrp="1"/>
          </p:cNvSpPr>
          <p:nvPr>
            <p:ph type="body"/>
          </p:nvPr>
        </p:nvSpPr>
        <p:spPr>
          <a:xfrm>
            <a:off x="8029800" y="3682080"/>
            <a:ext cx="35330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8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png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0.xml"/><Relationship Id="rId13" Type="http://schemas.openxmlformats.org/officeDocument/2006/relationships/theme" Target="../theme/theme2.xml"/><Relationship Id="rId3" Type="http://schemas.openxmlformats.org/officeDocument/2006/relationships/slideLayout" Target="../slideLayouts/slideLayout15.xml"/><Relationship Id="rId7" Type="http://schemas.openxmlformats.org/officeDocument/2006/relationships/slideLayout" Target="../slideLayouts/slideLayout19.xml"/><Relationship Id="rId12" Type="http://schemas.openxmlformats.org/officeDocument/2006/relationships/slideLayout" Target="../slideLayouts/slideLayout24.xml"/><Relationship Id="rId2" Type="http://schemas.openxmlformats.org/officeDocument/2006/relationships/slideLayout" Target="../slideLayouts/slideLayout14.xml"/><Relationship Id="rId1" Type="http://schemas.openxmlformats.org/officeDocument/2006/relationships/slideLayout" Target="../slideLayouts/slideLayout13.xml"/><Relationship Id="rId6" Type="http://schemas.openxmlformats.org/officeDocument/2006/relationships/slideLayout" Target="../slideLayouts/slideLayout18.xml"/><Relationship Id="rId11" Type="http://schemas.openxmlformats.org/officeDocument/2006/relationships/slideLayout" Target="../slideLayouts/slideLayout23.xml"/><Relationship Id="rId5" Type="http://schemas.openxmlformats.org/officeDocument/2006/relationships/slideLayout" Target="../slideLayouts/slideLayout17.xml"/><Relationship Id="rId10" Type="http://schemas.openxmlformats.org/officeDocument/2006/relationships/slideLayout" Target="../slideLayouts/slideLayout22.xml"/><Relationship Id="rId4" Type="http://schemas.openxmlformats.org/officeDocument/2006/relationships/slideLayout" Target="../slideLayouts/slideLayout16.xml"/><Relationship Id="rId9" Type="http://schemas.openxmlformats.org/officeDocument/2006/relationships/slideLayout" Target="../slideLayouts/slideLayout21.xml"/><Relationship Id="rId14" Type="http://schemas.openxmlformats.org/officeDocument/2006/relationships/image" Target="../media/image2.png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2.xml"/><Relationship Id="rId13" Type="http://schemas.openxmlformats.org/officeDocument/2006/relationships/theme" Target="../theme/theme3.xml"/><Relationship Id="rId3" Type="http://schemas.openxmlformats.org/officeDocument/2006/relationships/slideLayout" Target="../slideLayouts/slideLayout27.xml"/><Relationship Id="rId7" Type="http://schemas.openxmlformats.org/officeDocument/2006/relationships/slideLayout" Target="../slideLayouts/slideLayout31.xml"/><Relationship Id="rId12" Type="http://schemas.openxmlformats.org/officeDocument/2006/relationships/slideLayout" Target="../slideLayouts/slideLayout36.xml"/><Relationship Id="rId2" Type="http://schemas.openxmlformats.org/officeDocument/2006/relationships/slideLayout" Target="../slideLayouts/slideLayout26.xml"/><Relationship Id="rId1" Type="http://schemas.openxmlformats.org/officeDocument/2006/relationships/slideLayout" Target="../slideLayouts/slideLayout25.xml"/><Relationship Id="rId6" Type="http://schemas.openxmlformats.org/officeDocument/2006/relationships/slideLayout" Target="../slideLayouts/slideLayout30.xml"/><Relationship Id="rId11" Type="http://schemas.openxmlformats.org/officeDocument/2006/relationships/slideLayout" Target="../slideLayouts/slideLayout35.xml"/><Relationship Id="rId5" Type="http://schemas.openxmlformats.org/officeDocument/2006/relationships/slideLayout" Target="../slideLayouts/slideLayout29.xml"/><Relationship Id="rId10" Type="http://schemas.openxmlformats.org/officeDocument/2006/relationships/slideLayout" Target="../slideLayouts/slideLayout34.xml"/><Relationship Id="rId4" Type="http://schemas.openxmlformats.org/officeDocument/2006/relationships/slideLayout" Target="../slideLayouts/slideLayout28.xml"/><Relationship Id="rId9" Type="http://schemas.openxmlformats.org/officeDocument/2006/relationships/slideLayout" Target="../slideLayouts/slideLayout33.xml"/><Relationship Id="rId14" Type="http://schemas.openxmlformats.org/officeDocument/2006/relationships/image" Target="../media/image3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0">
          <a:blip r:embed="rId14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9Slide.vn - 2019">
            <a:extLst>
              <a:ext uri="{FF2B5EF4-FFF2-40B4-BE49-F238E27FC236}">
                <a16:creationId xmlns:a16="http://schemas.microsoft.com/office/drawing/2014/main" id="{EDD682CA-04A2-5D7F-F257-3BFE76D2C6F9}"/>
              </a:ext>
            </a:extLst>
          </p:cNvPr>
          <p:cNvSpPr txBox="1"/>
          <p:nvPr userDrawn="1"/>
        </p:nvSpPr>
        <p:spPr>
          <a:xfrm>
            <a:off x="0" y="-1604665"/>
            <a:ext cx="12192000" cy="461665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sz="2400">
                <a:solidFill>
                  <a:srgbClr val="CFCFCF"/>
                </a:solidFill>
              </a:rPr>
              <a:t>www.9slide.vn</a:t>
            </a:r>
          </a:p>
        </p:txBody>
      </p:sp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r>
              <a:rPr lang="en-US" sz="1800" b="0" strike="noStrike" spc="-1">
                <a:solidFill>
                  <a:srgbClr val="000000"/>
                </a:solidFill>
                <a:latin typeface="Calibri"/>
              </a:rPr>
              <a:t>Click to edit the title text format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n-US" sz="2800" b="0" strike="noStrike" spc="-1">
                <a:solidFill>
                  <a:srgbClr val="000000"/>
                </a:solidFill>
                <a:latin typeface="Calibri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en-US" sz="2000" b="0" strike="noStrike" spc="-1">
                <a:solidFill>
                  <a:srgbClr val="000000"/>
                </a:solidFill>
                <a:latin typeface="Calibri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n-US" sz="1800" b="0" strike="noStrike" spc="-1">
                <a:solidFill>
                  <a:srgbClr val="000000"/>
                </a:solidFill>
                <a:latin typeface="Calibri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en-US" sz="1800" b="0" strike="noStrike" spc="-1">
                <a:solidFill>
                  <a:srgbClr val="000000"/>
                </a:solidFill>
                <a:latin typeface="Calibri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n-US" sz="2000" b="0" strike="noStrike" spc="-1">
                <a:solidFill>
                  <a:srgbClr val="000000"/>
                </a:solidFill>
                <a:latin typeface="Calibri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n-US" sz="2000" b="0" strike="noStrike" spc="-1">
                <a:solidFill>
                  <a:srgbClr val="000000"/>
                </a:solidFill>
                <a:latin typeface="Calibri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n-US" sz="2000" b="0" strike="noStrike" spc="-1">
                <a:solidFill>
                  <a:srgbClr val="000000"/>
                </a:solidFill>
                <a:latin typeface="Calibri"/>
              </a:rPr>
              <a:t>Seventh Outline Level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0">
          <a:blip r:embed="rId14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9Slide.vn - 2019">
            <a:extLst>
              <a:ext uri="{FF2B5EF4-FFF2-40B4-BE49-F238E27FC236}">
                <a16:creationId xmlns:a16="http://schemas.microsoft.com/office/drawing/2014/main" id="{24435138-616A-C08F-6E36-64BD901DBD39}"/>
              </a:ext>
            </a:extLst>
          </p:cNvPr>
          <p:cNvSpPr txBox="1"/>
          <p:nvPr userDrawn="1"/>
        </p:nvSpPr>
        <p:spPr>
          <a:xfrm>
            <a:off x="0" y="-1604665"/>
            <a:ext cx="12192000" cy="461665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sz="2400">
                <a:solidFill>
                  <a:srgbClr val="CFCFCF"/>
                </a:solidFill>
              </a:rPr>
              <a:t>www.9slide.vn</a:t>
            </a:r>
          </a:p>
        </p:txBody>
      </p:sp>
      <p:sp>
        <p:nvSpPr>
          <p:cNvPr id="38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r>
              <a:rPr lang="en-US" sz="1800" b="0" strike="noStrike" spc="-1">
                <a:solidFill>
                  <a:srgbClr val="000000"/>
                </a:solidFill>
                <a:latin typeface="Calibri"/>
              </a:rPr>
              <a:t>Click to edit the title text format</a:t>
            </a:r>
          </a:p>
        </p:txBody>
      </p:sp>
      <p:sp>
        <p:nvSpPr>
          <p:cNvPr id="39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800" b="0" strike="noStrike" spc="-1">
                <a:solidFill>
                  <a:srgbClr val="000000"/>
                </a:solidFill>
                <a:latin typeface="Calibri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strike="noStrike" spc="-1">
                <a:solidFill>
                  <a:srgbClr val="000000"/>
                </a:solidFill>
                <a:latin typeface="Calibri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strike="noStrike" spc="-1">
                <a:solidFill>
                  <a:srgbClr val="000000"/>
                </a:solidFill>
                <a:latin typeface="Calibri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strike="noStrike" spc="-1">
                <a:solidFill>
                  <a:srgbClr val="000000"/>
                </a:solidFill>
                <a:latin typeface="Calibri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strike="noStrike" spc="-1">
                <a:solidFill>
                  <a:srgbClr val="000000"/>
                </a:solidFill>
                <a:latin typeface="Calibri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strike="noStrike" spc="-1">
                <a:solidFill>
                  <a:srgbClr val="000000"/>
                </a:solidFill>
                <a:latin typeface="Calibri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strike="noStrike" spc="-1">
                <a:solidFill>
                  <a:srgbClr val="000000"/>
                </a:solidFill>
                <a:latin typeface="Calibri"/>
              </a:rPr>
              <a:t>Seventh Outline Level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2" r:id="rId1"/>
    <p:sldLayoutId id="2147483663" r:id="rId2"/>
    <p:sldLayoutId id="2147483664" r:id="rId3"/>
    <p:sldLayoutId id="2147483665" r:id="rId4"/>
    <p:sldLayoutId id="2147483666" r:id="rId5"/>
    <p:sldLayoutId id="2147483667" r:id="rId6"/>
    <p:sldLayoutId id="2147483668" r:id="rId7"/>
    <p:sldLayoutId id="2147483669" r:id="rId8"/>
    <p:sldLayoutId id="2147483670" r:id="rId9"/>
    <p:sldLayoutId id="2147483671" r:id="rId10"/>
    <p:sldLayoutId id="2147483672" r:id="rId11"/>
    <p:sldLayoutId id="2147483673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0">
          <a:blip r:embed="rId14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9Slide.vn - 2019">
            <a:extLst>
              <a:ext uri="{FF2B5EF4-FFF2-40B4-BE49-F238E27FC236}">
                <a16:creationId xmlns:a16="http://schemas.microsoft.com/office/drawing/2014/main" id="{FA83B633-1DD0-F698-8F6A-BF4AE7D8C053}"/>
              </a:ext>
            </a:extLst>
          </p:cNvPr>
          <p:cNvSpPr txBox="1"/>
          <p:nvPr userDrawn="1"/>
        </p:nvSpPr>
        <p:spPr>
          <a:xfrm>
            <a:off x="0" y="-1604665"/>
            <a:ext cx="12192000" cy="461665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sz="2400">
                <a:solidFill>
                  <a:srgbClr val="CFCFCF"/>
                </a:solidFill>
              </a:rPr>
              <a:t>www.9slide.vn</a:t>
            </a:r>
          </a:p>
        </p:txBody>
      </p:sp>
      <p:sp>
        <p:nvSpPr>
          <p:cNvPr id="76" name="PlaceHolder 1"/>
          <p:cNvSpPr>
            <a:spLocks noGrp="1"/>
          </p:cNvSpPr>
          <p:nvPr>
            <p:ph type="body"/>
          </p:nvPr>
        </p:nvSpPr>
        <p:spPr>
          <a:xfrm>
            <a:off x="338760" y="1058760"/>
            <a:ext cx="11514240" cy="4908600"/>
          </a:xfrm>
          <a:prstGeom prst="rect">
            <a:avLst/>
          </a:prstGeom>
        </p:spPr>
        <p:txBody>
          <a:bodyPr lIns="90000" tIns="45000" rIns="90000" bIns="45000">
            <a:noAutofit/>
          </a:bodyPr>
          <a:lstStyle/>
          <a:p>
            <a:pPr marL="228600" indent="-22824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strike="noStrike" spc="-1">
                <a:solidFill>
                  <a:srgbClr val="000000"/>
                </a:solidFill>
                <a:latin typeface="Lato"/>
                <a:ea typeface="Lato"/>
              </a:rPr>
              <a:t>Click to edit Master text styles</a:t>
            </a:r>
            <a:endParaRPr lang="en-US" sz="2800" b="0" strike="noStrike" spc="-1">
              <a:solidFill>
                <a:srgbClr val="000000"/>
              </a:solidFill>
              <a:latin typeface="Calibri"/>
            </a:endParaRPr>
          </a:p>
          <a:p>
            <a:pPr marL="685800" lvl="1" indent="-22824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strike="noStrike" spc="-1">
                <a:solidFill>
                  <a:srgbClr val="000000"/>
                </a:solidFill>
                <a:latin typeface="Lato"/>
                <a:ea typeface="Lato"/>
              </a:rPr>
              <a:t>Second level</a:t>
            </a:r>
            <a:endParaRPr lang="en-US" sz="2400" b="0" strike="noStrike" spc="-1">
              <a:solidFill>
                <a:srgbClr val="000000"/>
              </a:solidFill>
              <a:latin typeface="Calibri"/>
            </a:endParaRPr>
          </a:p>
          <a:p>
            <a:pPr marL="1143000" lvl="2" indent="-22824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000" b="0" strike="noStrike" spc="-1">
                <a:solidFill>
                  <a:srgbClr val="000000"/>
                </a:solidFill>
                <a:latin typeface="Lato"/>
                <a:ea typeface="Lato"/>
              </a:rPr>
              <a:t>Third level</a:t>
            </a:r>
            <a:endParaRPr lang="en-US" sz="2000" b="0" strike="noStrike" spc="-1">
              <a:solidFill>
                <a:srgbClr val="000000"/>
              </a:solidFill>
              <a:latin typeface="Calibri"/>
            </a:endParaRPr>
          </a:p>
          <a:p>
            <a:pPr marL="1600200" lvl="3" indent="-22824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1800" b="0" strike="noStrike" spc="-1">
                <a:solidFill>
                  <a:srgbClr val="000000"/>
                </a:solidFill>
                <a:latin typeface="Lato"/>
                <a:ea typeface="Lato"/>
              </a:rPr>
              <a:t>Fourth level</a:t>
            </a:r>
            <a:endParaRPr lang="en-US" sz="1800" b="0" strike="noStrike" spc="-1">
              <a:solidFill>
                <a:srgbClr val="000000"/>
              </a:solidFill>
              <a:latin typeface="Calibri"/>
            </a:endParaRPr>
          </a:p>
          <a:p>
            <a:pPr marL="2057400" lvl="4" indent="-22824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1800" b="0" strike="noStrike" spc="-1">
                <a:solidFill>
                  <a:srgbClr val="000000"/>
                </a:solidFill>
                <a:latin typeface="Lato"/>
                <a:ea typeface="Lato"/>
              </a:rPr>
              <a:t>Fifth level</a:t>
            </a:r>
            <a:endParaRPr lang="en-US" sz="1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77" name="PlaceHolder 2"/>
          <p:cNvSpPr>
            <a:spLocks noGrp="1"/>
          </p:cNvSpPr>
          <p:nvPr>
            <p:ph type="title"/>
          </p:nvPr>
        </p:nvSpPr>
        <p:spPr>
          <a:xfrm>
            <a:off x="338760" y="112680"/>
            <a:ext cx="11514240" cy="435600"/>
          </a:xfrm>
          <a:prstGeom prst="rect">
            <a:avLst/>
          </a:prstGeom>
        </p:spPr>
        <p:txBody>
          <a:bodyPr lIns="90000" tIns="45000" rIns="90000" bIns="45000">
            <a:noAutofit/>
          </a:bodyPr>
          <a:lstStyle/>
          <a:p>
            <a:pPr>
              <a:lnSpc>
                <a:spcPct val="90000"/>
              </a:lnSpc>
            </a:pPr>
            <a:r>
              <a:rPr lang="en-US" sz="2800" b="1" strike="noStrike" spc="-1">
                <a:solidFill>
                  <a:srgbClr val="FFFFFF"/>
                </a:solidFill>
                <a:latin typeface="Lato"/>
                <a:ea typeface="Lato"/>
              </a:rPr>
              <a:t>Title 1:……………………………………..</a:t>
            </a:r>
            <a:endParaRPr lang="en-US" sz="28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5" r:id="rId1"/>
    <p:sldLayoutId id="2147483676" r:id="rId2"/>
    <p:sldLayoutId id="2147483677" r:id="rId3"/>
    <p:sldLayoutId id="2147483678" r:id="rId4"/>
    <p:sldLayoutId id="2147483679" r:id="rId5"/>
    <p:sldLayoutId id="2147483680" r:id="rId6"/>
    <p:sldLayoutId id="2147483681" r:id="rId7"/>
    <p:sldLayoutId id="2147483682" r:id="rId8"/>
    <p:sldLayoutId id="2147483683" r:id="rId9"/>
    <p:sldLayoutId id="2147483684" r:id="rId10"/>
    <p:sldLayoutId id="2147483685" r:id="rId11"/>
    <p:sldLayoutId id="2147483686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5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5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5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5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7" Type="http://schemas.openxmlformats.org/officeDocument/2006/relationships/image" Target="../media/image15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5.xml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6" name="Picture 3" descr="Text&#10;&#10;Description automatically generated"/>
          <p:cNvPicPr/>
          <p:nvPr/>
        </p:nvPicPr>
        <p:blipFill>
          <a:blip r:embed="rId2"/>
          <a:stretch/>
        </p:blipFill>
        <p:spPr>
          <a:xfrm>
            <a:off x="392040" y="271440"/>
            <a:ext cx="3174120" cy="1153080"/>
          </a:xfrm>
          <a:prstGeom prst="rect">
            <a:avLst/>
          </a:prstGeom>
          <a:ln>
            <a:noFill/>
          </a:ln>
        </p:spPr>
      </p:pic>
      <p:sp>
        <p:nvSpPr>
          <p:cNvPr id="307" name="CustomShape 1"/>
          <p:cNvSpPr/>
          <p:nvPr/>
        </p:nvSpPr>
        <p:spPr>
          <a:xfrm>
            <a:off x="1082457" y="2570653"/>
            <a:ext cx="8659334" cy="8485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1440" tIns="45720" rIns="91440" bIns="45720" anchor="t"/>
          <a:lstStyle/>
          <a:p>
            <a:r>
              <a:rPr lang="vi-VN" sz="3200" b="1">
                <a:solidFill>
                  <a:srgbClr val="003365"/>
                </a:solidFill>
                <a:latin typeface="Aptos"/>
              </a:rPr>
              <a:t>Transfer learning sử dụng SqueezeNet để nhân diện khuôn mặt</a:t>
            </a:r>
            <a:endParaRPr lang="en-US" sz="3200" b="1">
              <a:solidFill>
                <a:srgbClr val="003365"/>
              </a:solidFill>
              <a:latin typeface="Aptos"/>
            </a:endParaRPr>
          </a:p>
        </p:txBody>
      </p:sp>
      <p:sp>
        <p:nvSpPr>
          <p:cNvPr id="308" name="CustomShape 2"/>
          <p:cNvSpPr/>
          <p:nvPr/>
        </p:nvSpPr>
        <p:spPr>
          <a:xfrm>
            <a:off x="1242164" y="4248411"/>
            <a:ext cx="1362205" cy="339247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1440" tIns="45720" rIns="91440" bIns="45720" anchor="t"/>
          <a:lstStyle/>
          <a:p>
            <a:r>
              <a:rPr lang="en-US" err="1"/>
              <a:t>Trình</a:t>
            </a:r>
            <a:r>
              <a:rPr lang="en-US"/>
              <a:t> </a:t>
            </a:r>
            <a:r>
              <a:rPr lang="en-US" err="1"/>
              <a:t>bày</a:t>
            </a:r>
            <a:r>
              <a:rPr lang="en-US"/>
              <a:t>:</a:t>
            </a:r>
          </a:p>
        </p:txBody>
      </p:sp>
      <p:sp>
        <p:nvSpPr>
          <p:cNvPr id="309" name="CustomShape 3"/>
          <p:cNvSpPr/>
          <p:nvPr/>
        </p:nvSpPr>
        <p:spPr>
          <a:xfrm>
            <a:off x="6962400" y="3269880"/>
            <a:ext cx="4329000" cy="136944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12C9287-8C63-31BC-AC4B-C66AE456AA24}"/>
              </a:ext>
            </a:extLst>
          </p:cNvPr>
          <p:cNvSpPr txBox="1"/>
          <p:nvPr/>
        </p:nvSpPr>
        <p:spPr>
          <a:xfrm>
            <a:off x="2563660" y="4258850"/>
            <a:ext cx="2667000" cy="369332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r>
              <a:rPr lang="en-US"/>
              <a:t>Nguyễn </a:t>
            </a:r>
            <a:r>
              <a:rPr lang="en-US" err="1"/>
              <a:t>Đình</a:t>
            </a:r>
            <a:r>
              <a:rPr lang="en-US"/>
              <a:t> Khánh</a:t>
            </a:r>
          </a:p>
        </p:txBody>
      </p:sp>
      <p:sp>
        <p:nvSpPr>
          <p:cNvPr id="3" name="CustomShape 2">
            <a:extLst>
              <a:ext uri="{FF2B5EF4-FFF2-40B4-BE49-F238E27FC236}">
                <a16:creationId xmlns:a16="http://schemas.microsoft.com/office/drawing/2014/main" id="{31136401-A43F-D8F2-7EC8-CEA57C6C7E0E}"/>
              </a:ext>
            </a:extLst>
          </p:cNvPr>
          <p:cNvSpPr/>
          <p:nvPr/>
        </p:nvSpPr>
        <p:spPr>
          <a:xfrm>
            <a:off x="1242163" y="3767153"/>
            <a:ext cx="6095520" cy="99060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1440" tIns="45720" rIns="91440" bIns="45720" anchor="t"/>
          <a:lstStyle/>
          <a:p>
            <a:r>
              <a:rPr lang="en-US" err="1"/>
              <a:t>Giảng</a:t>
            </a:r>
            <a:r>
              <a:rPr lang="en-US"/>
              <a:t> </a:t>
            </a:r>
            <a:r>
              <a:rPr lang="en-US" err="1"/>
              <a:t>viên</a:t>
            </a:r>
            <a:r>
              <a:rPr lang="en-US"/>
              <a:t>: PGS. TS </a:t>
            </a:r>
            <a:r>
              <a:rPr lang="vi-VN"/>
              <a:t>Nguyễn Hoài Nam</a:t>
            </a:r>
            <a:endParaRPr lang="en-US"/>
          </a:p>
        </p:txBody>
      </p:sp>
      <p:sp>
        <p:nvSpPr>
          <p:cNvPr id="5" name="CustomShape 1">
            <a:extLst>
              <a:ext uri="{FF2B5EF4-FFF2-40B4-BE49-F238E27FC236}">
                <a16:creationId xmlns:a16="http://schemas.microsoft.com/office/drawing/2014/main" id="{FA33C085-B417-B5A9-0D87-3421A3287DBA}"/>
              </a:ext>
            </a:extLst>
          </p:cNvPr>
          <p:cNvSpPr/>
          <p:nvPr/>
        </p:nvSpPr>
        <p:spPr>
          <a:xfrm>
            <a:off x="1082456" y="1881722"/>
            <a:ext cx="8659334" cy="8485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1440" tIns="45720" rIns="91440" bIns="45720" anchor="t"/>
          <a:lstStyle/>
          <a:p>
            <a:r>
              <a:rPr lang="vi-VN" sz="3200" b="1">
                <a:solidFill>
                  <a:srgbClr val="AB2E3D"/>
                </a:solidFill>
                <a:latin typeface="Aptos"/>
              </a:rPr>
              <a:t>Deep learning</a:t>
            </a:r>
            <a:endParaRPr lang="en-US" dirty="0">
              <a:solidFill>
                <a:srgbClr val="AB2E3D"/>
              </a:solidFill>
            </a:endParaRPr>
          </a:p>
        </p:txBody>
      </p:sp>
    </p:spTree>
  </p:cSld>
  <p:clrMapOvr>
    <a:masterClrMapping/>
  </p:clrMapOvr>
  <p:transition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0" name="Freeform 1"/>
          <p:cNvSpPr/>
          <p:nvPr/>
        </p:nvSpPr>
        <p:spPr>
          <a:xfrm>
            <a:off x="3198962" y="2540461"/>
            <a:ext cx="360" cy="360"/>
          </a:xfrm>
          <a:custGeom>
            <a:avLst/>
            <a:gdLst/>
            <a:ahLst/>
            <a:cxnLst/>
            <a:rect l="0" t="0" r="r" b="b"/>
            <a:pathLst>
              <a:path w="1" h="1">
                <a:moveTo>
                  <a:pt x="0" y="0"/>
                </a:moveTo>
                <a:lnTo>
                  <a:pt x="0" y="0"/>
                </a:lnTo>
              </a:path>
            </a:pathLst>
          </a:custGeom>
          <a:ln/>
        </p:spPr>
        <p:txBody>
          <a:bodyPr/>
          <a:lstStyle/>
          <a:p>
            <a:endParaRPr lang="en-US"/>
          </a:p>
        </p:txBody>
      </p:sp>
      <p:sp>
        <p:nvSpPr>
          <p:cNvPr id="3" name="CustomShape 1">
            <a:extLst>
              <a:ext uri="{FF2B5EF4-FFF2-40B4-BE49-F238E27FC236}">
                <a16:creationId xmlns:a16="http://schemas.microsoft.com/office/drawing/2014/main" id="{C3E21285-F7C1-D023-FA12-C618B24E7527}"/>
              </a:ext>
            </a:extLst>
          </p:cNvPr>
          <p:cNvSpPr/>
          <p:nvPr/>
        </p:nvSpPr>
        <p:spPr>
          <a:xfrm>
            <a:off x="903962" y="2126639"/>
            <a:ext cx="8372605" cy="858958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1440" tIns="45720" rIns="91440" bIns="45720" anchor="t"/>
          <a:lstStyle/>
          <a:p>
            <a:r>
              <a:rPr lang="en-US" sz="3200" dirty="0">
                <a:latin typeface="Aptos"/>
              </a:rPr>
              <a:t>1</a:t>
            </a:r>
            <a:r>
              <a:rPr lang="en-US" sz="3200">
                <a:latin typeface="Aptos"/>
              </a:rPr>
              <a:t>. </a:t>
            </a:r>
            <a:r>
              <a:rPr lang="vi-VN" sz="3200">
                <a:latin typeface="Aptos"/>
              </a:rPr>
              <a:t>Phương pháp</a:t>
            </a:r>
            <a:endParaRPr lang="en-US" sz="3200" dirty="0">
              <a:latin typeface="Aptos" panose="020B0004020202020204" pitchFamily="34" charset="0"/>
            </a:endParaRPr>
          </a:p>
        </p:txBody>
      </p:sp>
      <p:sp>
        <p:nvSpPr>
          <p:cNvPr id="4" name="CustomShape 1">
            <a:extLst>
              <a:ext uri="{FF2B5EF4-FFF2-40B4-BE49-F238E27FC236}">
                <a16:creationId xmlns:a16="http://schemas.microsoft.com/office/drawing/2014/main" id="{EBB8F246-1C55-1951-ECA3-D2F6B165A7C7}"/>
              </a:ext>
            </a:extLst>
          </p:cNvPr>
          <p:cNvSpPr/>
          <p:nvPr/>
        </p:nvSpPr>
        <p:spPr>
          <a:xfrm>
            <a:off x="903962" y="2985704"/>
            <a:ext cx="10460276" cy="8485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1440" tIns="45720" rIns="91440" bIns="45720" anchor="t"/>
          <a:lstStyle/>
          <a:p>
            <a:r>
              <a:rPr lang="vi-VN" sz="3200">
                <a:latin typeface="Aptos" panose="020B0004020202020204" pitchFamily="34" charset="0"/>
              </a:rPr>
              <a:t>2. Kết quả</a:t>
            </a:r>
            <a:endParaRPr lang="en-US" sz="3200">
              <a:latin typeface="Aptos" panose="020B0004020202020204" pitchFamily="34" charset="0"/>
            </a:endParaRPr>
          </a:p>
        </p:txBody>
      </p:sp>
      <p:sp>
        <p:nvSpPr>
          <p:cNvPr id="11" name="CustomShape 1">
            <a:extLst>
              <a:ext uri="{FF2B5EF4-FFF2-40B4-BE49-F238E27FC236}">
                <a16:creationId xmlns:a16="http://schemas.microsoft.com/office/drawing/2014/main" id="{AAB72A4F-D7FA-73AD-02D1-C451431DEBE1}"/>
              </a:ext>
            </a:extLst>
          </p:cNvPr>
          <p:cNvSpPr/>
          <p:nvPr/>
        </p:nvSpPr>
        <p:spPr>
          <a:xfrm>
            <a:off x="457200" y="906437"/>
            <a:ext cx="3581400" cy="8485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1440" tIns="45720" rIns="91440" bIns="45720" anchor="t"/>
          <a:lstStyle/>
          <a:p>
            <a:r>
              <a:rPr lang="en-US" sz="3200" b="1" err="1">
                <a:latin typeface="Aptos"/>
              </a:rPr>
              <a:t>Nội</a:t>
            </a:r>
            <a:r>
              <a:rPr lang="en-US" sz="3200" b="1">
                <a:latin typeface="Aptos"/>
              </a:rPr>
              <a:t> dung </a:t>
            </a:r>
            <a:r>
              <a:rPr lang="en-US" sz="3200" b="1" err="1">
                <a:latin typeface="Aptos"/>
              </a:rPr>
              <a:t>trình</a:t>
            </a:r>
            <a:r>
              <a:rPr lang="en-US" sz="3200" b="1">
                <a:latin typeface="Aptos"/>
              </a:rPr>
              <a:t> </a:t>
            </a:r>
            <a:r>
              <a:rPr lang="en-US" sz="3200" b="1" err="1">
                <a:latin typeface="Aptos"/>
              </a:rPr>
              <a:t>bày</a:t>
            </a:r>
          </a:p>
        </p:txBody>
      </p:sp>
    </p:spTree>
  </p:cSld>
  <p:clrMapOvr>
    <a:masterClrMapping/>
  </p:clrMapOvr>
  <p:transition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380D3CC-35DC-7993-9D69-04FB0FAB18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0" name="Freeform 1">
            <a:extLst>
              <a:ext uri="{FF2B5EF4-FFF2-40B4-BE49-F238E27FC236}">
                <a16:creationId xmlns:a16="http://schemas.microsoft.com/office/drawing/2014/main" id="{FC1B37F6-B702-CF2A-ECD4-5E7F82D157A7}"/>
              </a:ext>
            </a:extLst>
          </p:cNvPr>
          <p:cNvSpPr/>
          <p:nvPr/>
        </p:nvSpPr>
        <p:spPr>
          <a:xfrm>
            <a:off x="3198962" y="2540461"/>
            <a:ext cx="360" cy="360"/>
          </a:xfrm>
          <a:custGeom>
            <a:avLst/>
            <a:gdLst/>
            <a:ahLst/>
            <a:cxnLst/>
            <a:rect l="0" t="0" r="r" b="b"/>
            <a:pathLst>
              <a:path w="1" h="1">
                <a:moveTo>
                  <a:pt x="0" y="0"/>
                </a:moveTo>
                <a:lnTo>
                  <a:pt x="0" y="0"/>
                </a:lnTo>
              </a:path>
            </a:pathLst>
          </a:custGeom>
          <a:ln/>
        </p:spPr>
        <p:txBody>
          <a:bodyPr/>
          <a:lstStyle/>
          <a:p>
            <a:endParaRPr lang="en-US"/>
          </a:p>
        </p:txBody>
      </p:sp>
      <p:sp>
        <p:nvSpPr>
          <p:cNvPr id="2" name="CustomShape 1">
            <a:extLst>
              <a:ext uri="{FF2B5EF4-FFF2-40B4-BE49-F238E27FC236}">
                <a16:creationId xmlns:a16="http://schemas.microsoft.com/office/drawing/2014/main" id="{956672D0-65E6-8A6B-56BE-09E287C91F15}"/>
              </a:ext>
            </a:extLst>
          </p:cNvPr>
          <p:cNvSpPr/>
          <p:nvPr/>
        </p:nvSpPr>
        <p:spPr>
          <a:xfrm>
            <a:off x="335071" y="82463"/>
            <a:ext cx="8049017" cy="8485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1440" tIns="45720" rIns="91440" bIns="45720" anchor="t"/>
          <a:lstStyle/>
          <a:p>
            <a:pPr marL="514350" indent="-514350">
              <a:buAutoNum type="arabicPeriod"/>
            </a:pPr>
            <a:r>
              <a:rPr lang="vi-VN" sz="3200" b="1">
                <a:solidFill>
                  <a:srgbClr val="FFFFFF"/>
                </a:solidFill>
                <a:latin typeface="Aptos"/>
              </a:rPr>
              <a:t>Phương pháp</a:t>
            </a:r>
            <a:endParaRPr lang="en-US" dirty="0"/>
          </a:p>
        </p:txBody>
      </p:sp>
      <p:sp>
        <p:nvSpPr>
          <p:cNvPr id="6" name="CustomShape 1">
            <a:extLst>
              <a:ext uri="{FF2B5EF4-FFF2-40B4-BE49-F238E27FC236}">
                <a16:creationId xmlns:a16="http://schemas.microsoft.com/office/drawing/2014/main" id="{00E418FE-B45E-F8CB-4886-2C85E35539EB}"/>
              </a:ext>
            </a:extLst>
          </p:cNvPr>
          <p:cNvSpPr/>
          <p:nvPr/>
        </p:nvSpPr>
        <p:spPr>
          <a:xfrm>
            <a:off x="537327" y="930983"/>
            <a:ext cx="8372605" cy="858958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1440" tIns="45720" rIns="91440" bIns="45720" anchor="t"/>
          <a:lstStyle/>
          <a:p>
            <a:r>
              <a:rPr lang="vi-VN" sz="3200">
                <a:latin typeface="Aptos"/>
              </a:rPr>
              <a:t>Transfer learning cho SqueezeNet</a:t>
            </a:r>
            <a:endParaRPr lang="en-US" sz="3200" dirty="0">
              <a:latin typeface="Aptos" panose="020B0004020202020204" pitchFamily="34" charset="0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653C5DC7-82CB-1BAE-5250-4C872B2D51C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0959" y="1587828"/>
            <a:ext cx="4601217" cy="952633"/>
          </a:xfrm>
          <a:prstGeom prst="rect">
            <a:avLst/>
          </a:prstGeom>
        </p:spPr>
      </p:pic>
      <p:pic>
        <p:nvPicPr>
          <p:cNvPr id="1028" name="Picture 4">
            <a:extLst>
              <a:ext uri="{FF2B5EF4-FFF2-40B4-BE49-F238E27FC236}">
                <a16:creationId xmlns:a16="http://schemas.microsoft.com/office/drawing/2014/main" id="{A1BD9BCC-9970-3B4F-A83F-29C63A71A46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5400000">
            <a:off x="6926200" y="2221298"/>
            <a:ext cx="4371975" cy="28765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CustomShape 1">
            <a:extLst>
              <a:ext uri="{FF2B5EF4-FFF2-40B4-BE49-F238E27FC236}">
                <a16:creationId xmlns:a16="http://schemas.microsoft.com/office/drawing/2014/main" id="{3BAA3218-C63A-512D-5F3E-7E5DA1AB8822}"/>
              </a:ext>
            </a:extLst>
          </p:cNvPr>
          <p:cNvSpPr/>
          <p:nvPr/>
        </p:nvSpPr>
        <p:spPr>
          <a:xfrm>
            <a:off x="7673912" y="5943428"/>
            <a:ext cx="3283214" cy="327001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1440" tIns="45720" rIns="91440" bIns="45720" anchor="t"/>
          <a:lstStyle/>
          <a:p>
            <a:pPr algn="ctr"/>
            <a:r>
              <a:rPr lang="vi-VN" sz="1600" i="1">
                <a:latin typeface="Aptos"/>
              </a:rPr>
              <a:t>Sơ đồ SqueezeNet</a:t>
            </a:r>
            <a:endParaRPr lang="en-US" sz="1600" i="1" dirty="0">
              <a:latin typeface="Aptos" panose="020B0004020202020204" pitchFamily="34" charset="0"/>
            </a:endParaRPr>
          </a:p>
        </p:txBody>
      </p:sp>
      <p:sp>
        <p:nvSpPr>
          <p:cNvPr id="10" name="CustomShape 1">
            <a:extLst>
              <a:ext uri="{FF2B5EF4-FFF2-40B4-BE49-F238E27FC236}">
                <a16:creationId xmlns:a16="http://schemas.microsoft.com/office/drawing/2014/main" id="{ACC54A04-D640-E001-31F9-81F9ADB6736C}"/>
              </a:ext>
            </a:extLst>
          </p:cNvPr>
          <p:cNvSpPr/>
          <p:nvPr/>
        </p:nvSpPr>
        <p:spPr>
          <a:xfrm>
            <a:off x="670959" y="2638328"/>
            <a:ext cx="8372605" cy="858958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1440" tIns="45720" rIns="91440" bIns="45720" anchor="t"/>
          <a:lstStyle/>
          <a:p>
            <a:r>
              <a:rPr lang="vi-VN" sz="2000">
                <a:latin typeface="Aptos" panose="020B0004020202020204" pitchFamily="34" charset="0"/>
              </a:rPr>
              <a:t>Đặc điểm của SqueezeNet </a:t>
            </a:r>
            <a:r>
              <a:rPr lang="vi-VN" sz="2000" baseline="30000">
                <a:latin typeface="Aptos" panose="020B0004020202020204" pitchFamily="34" charset="0"/>
              </a:rPr>
              <a:t>[1]</a:t>
            </a:r>
            <a:endParaRPr lang="en-US" sz="2000" baseline="30000" dirty="0">
              <a:latin typeface="Aptos" panose="020B0004020202020204" pitchFamily="34" charset="0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DAF41976-2CCD-538F-396A-A975B5B77431}"/>
              </a:ext>
            </a:extLst>
          </p:cNvPr>
          <p:cNvSpPr txBox="1"/>
          <p:nvPr/>
        </p:nvSpPr>
        <p:spPr>
          <a:xfrm>
            <a:off x="4303872" y="6431468"/>
            <a:ext cx="7149214" cy="3440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099"/>
              </a:lnSpc>
              <a:spcAft>
                <a:spcPts val="900"/>
              </a:spcAft>
              <a:buNone/>
            </a:pPr>
            <a:r>
              <a:rPr lang="vi-VN" sz="1400" i="1">
                <a:solidFill>
                  <a:srgbClr val="000000"/>
                </a:solidFill>
                <a:latin typeface="Aptos" panose="020B0004020202020204" pitchFamily="34" charset="0"/>
              </a:rPr>
              <a:t>[1] S</a:t>
            </a:r>
            <a:r>
              <a:rPr lang="en-US" sz="1400" i="1">
                <a:solidFill>
                  <a:srgbClr val="000000"/>
                </a:solidFill>
                <a:effectLst/>
                <a:latin typeface="Aptos" panose="020B0004020202020204" pitchFamily="34" charset="0"/>
              </a:rPr>
              <a:t>queezeNet: AlexNet-level accuracy with 50x fewer parameters and &lt;0.5MB model size</a:t>
            </a:r>
          </a:p>
        </p:txBody>
      </p:sp>
      <p:sp>
        <p:nvSpPr>
          <p:cNvPr id="14" name="CustomShape 1">
            <a:extLst>
              <a:ext uri="{FF2B5EF4-FFF2-40B4-BE49-F238E27FC236}">
                <a16:creationId xmlns:a16="http://schemas.microsoft.com/office/drawing/2014/main" id="{7D6D70BC-7E3B-926C-ECF5-9650680BD14D}"/>
              </a:ext>
            </a:extLst>
          </p:cNvPr>
          <p:cNvSpPr/>
          <p:nvPr/>
        </p:nvSpPr>
        <p:spPr>
          <a:xfrm>
            <a:off x="739582" y="2975214"/>
            <a:ext cx="8372605" cy="858958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1440" tIns="45720" rIns="91440" bIns="45720" anchor="t"/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vi-VN" sz="2000">
                <a:latin typeface="Aptos" panose="020B0004020202020204" pitchFamily="34" charset="0"/>
              </a:rPr>
              <a:t>Độ chính xác tương đương Alexnet</a:t>
            </a:r>
            <a:endParaRPr lang="vi-VN" sz="2000" baseline="30000" dirty="0">
              <a:latin typeface="Aptos" panose="020B0004020202020204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vi-VN" sz="2000">
                <a:latin typeface="Aptos" panose="020B0004020202020204" pitchFamily="34" charset="0"/>
              </a:rPr>
              <a:t>Số lượng tham số ít hơn 50 lần (khoảng 1.25 triệu)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vi-VN" sz="2000">
                <a:latin typeface="Aptos" panose="020B0004020202020204" pitchFamily="34" charset="0"/>
              </a:rPr>
              <a:t>Dung lượng mạng nhỏ (&gt;0.5MB)</a:t>
            </a:r>
          </a:p>
        </p:txBody>
      </p:sp>
      <p:sp>
        <p:nvSpPr>
          <p:cNvPr id="15" name="CustomShape 1">
            <a:extLst>
              <a:ext uri="{FF2B5EF4-FFF2-40B4-BE49-F238E27FC236}">
                <a16:creationId xmlns:a16="http://schemas.microsoft.com/office/drawing/2014/main" id="{5391968E-A6A8-2C52-0D0E-FFDC5F0B425F}"/>
              </a:ext>
            </a:extLst>
          </p:cNvPr>
          <p:cNvSpPr/>
          <p:nvPr/>
        </p:nvSpPr>
        <p:spPr>
          <a:xfrm>
            <a:off x="670958" y="3990600"/>
            <a:ext cx="8372605" cy="858958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1440" tIns="45720" rIns="91440" bIns="45720" anchor="t"/>
          <a:lstStyle/>
          <a:p>
            <a:r>
              <a:rPr lang="vi-VN" sz="2000">
                <a:latin typeface="Aptos" panose="020B0004020202020204" pitchFamily="34" charset="0"/>
              </a:rPr>
              <a:t>Tác động vào mạng khi sử dụng Transfer learning</a:t>
            </a:r>
            <a:endParaRPr lang="en-US" sz="2000" baseline="30000" dirty="0">
              <a:latin typeface="Aptos" panose="020B0004020202020204" pitchFamily="34" charset="0"/>
            </a:endParaRPr>
          </a:p>
        </p:txBody>
      </p:sp>
      <p:sp>
        <p:nvSpPr>
          <p:cNvPr id="16" name="CustomShape 1">
            <a:extLst>
              <a:ext uri="{FF2B5EF4-FFF2-40B4-BE49-F238E27FC236}">
                <a16:creationId xmlns:a16="http://schemas.microsoft.com/office/drawing/2014/main" id="{08D733DC-5B0E-81D7-2A1F-38E43C4BFE10}"/>
              </a:ext>
            </a:extLst>
          </p:cNvPr>
          <p:cNvSpPr/>
          <p:nvPr/>
        </p:nvSpPr>
        <p:spPr>
          <a:xfrm>
            <a:off x="739582" y="4425353"/>
            <a:ext cx="8372605" cy="858958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1440" tIns="45720" rIns="91440" bIns="45720" anchor="t"/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vi-VN" sz="2000">
                <a:latin typeface="Aptos" panose="020B0004020202020204" pitchFamily="34" charset="0"/>
              </a:rPr>
              <a:t>Thay đổi số lượng lớp softmax để phù hợp với số nhãn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vi-VN" sz="2000">
                <a:latin typeface="Aptos" panose="020B0004020202020204" pitchFamily="34" charset="0"/>
              </a:rPr>
              <a:t>Mở khóa và train các lớp 8, 9, 10</a:t>
            </a:r>
          </a:p>
        </p:txBody>
      </p:sp>
    </p:spTree>
    <p:extLst>
      <p:ext uri="{BB962C8B-B14F-4D97-AF65-F5344CB8AC3E}">
        <p14:creationId xmlns:p14="http://schemas.microsoft.com/office/powerpoint/2010/main" val="3944293315"/>
      </p:ext>
    </p:extLst>
  </p:cSld>
  <p:clrMapOvr>
    <a:masterClrMapping/>
  </p:clrMapOvr>
  <p:transition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92952D9-59E8-27CD-BA70-2D69D2CB2E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0" name="Freeform 1">
            <a:extLst>
              <a:ext uri="{FF2B5EF4-FFF2-40B4-BE49-F238E27FC236}">
                <a16:creationId xmlns:a16="http://schemas.microsoft.com/office/drawing/2014/main" id="{7381418C-FB1E-57A4-96C9-894C676936C9}"/>
              </a:ext>
            </a:extLst>
          </p:cNvPr>
          <p:cNvSpPr/>
          <p:nvPr/>
        </p:nvSpPr>
        <p:spPr>
          <a:xfrm>
            <a:off x="3198962" y="2540461"/>
            <a:ext cx="360" cy="360"/>
          </a:xfrm>
          <a:custGeom>
            <a:avLst/>
            <a:gdLst/>
            <a:ahLst/>
            <a:cxnLst/>
            <a:rect l="0" t="0" r="r" b="b"/>
            <a:pathLst>
              <a:path w="1" h="1">
                <a:moveTo>
                  <a:pt x="0" y="0"/>
                </a:moveTo>
                <a:lnTo>
                  <a:pt x="0" y="0"/>
                </a:lnTo>
              </a:path>
            </a:pathLst>
          </a:custGeom>
          <a:ln/>
        </p:spPr>
        <p:txBody>
          <a:bodyPr/>
          <a:lstStyle/>
          <a:p>
            <a:endParaRPr lang="en-US"/>
          </a:p>
        </p:txBody>
      </p:sp>
      <p:sp>
        <p:nvSpPr>
          <p:cNvPr id="2" name="CustomShape 1">
            <a:extLst>
              <a:ext uri="{FF2B5EF4-FFF2-40B4-BE49-F238E27FC236}">
                <a16:creationId xmlns:a16="http://schemas.microsoft.com/office/drawing/2014/main" id="{93632385-9BED-5F96-98F0-B129A4828C79}"/>
              </a:ext>
            </a:extLst>
          </p:cNvPr>
          <p:cNvSpPr/>
          <p:nvPr/>
        </p:nvSpPr>
        <p:spPr>
          <a:xfrm>
            <a:off x="335071" y="82463"/>
            <a:ext cx="8049017" cy="8485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1440" tIns="45720" rIns="91440" bIns="45720" anchor="t"/>
          <a:lstStyle/>
          <a:p>
            <a:pPr marL="514350" indent="-514350">
              <a:buAutoNum type="arabicPeriod"/>
            </a:pPr>
            <a:r>
              <a:rPr lang="vi-VN" sz="3200" b="1">
                <a:solidFill>
                  <a:srgbClr val="FFFFFF"/>
                </a:solidFill>
                <a:latin typeface="Aptos"/>
              </a:rPr>
              <a:t>Phương pháp</a:t>
            </a:r>
            <a:endParaRPr lang="en-US" dirty="0"/>
          </a:p>
        </p:txBody>
      </p:sp>
      <p:graphicFrame>
        <p:nvGraphicFramePr>
          <p:cNvPr id="5" name="Diagram 4">
            <a:extLst>
              <a:ext uri="{FF2B5EF4-FFF2-40B4-BE49-F238E27FC236}">
                <a16:creationId xmlns:a16="http://schemas.microsoft.com/office/drawing/2014/main" id="{FB885AA8-E2A1-BBC8-CFDC-2E29D38BCFCD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47462104"/>
              </p:ext>
            </p:extLst>
          </p:nvPr>
        </p:nvGraphicFramePr>
        <p:xfrm>
          <a:off x="848412" y="1489436"/>
          <a:ext cx="10801546" cy="409123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6" name="CustomShape 1">
            <a:extLst>
              <a:ext uri="{FF2B5EF4-FFF2-40B4-BE49-F238E27FC236}">
                <a16:creationId xmlns:a16="http://schemas.microsoft.com/office/drawing/2014/main" id="{45889E2A-D3AE-4D70-6A3E-B1658773E6CA}"/>
              </a:ext>
            </a:extLst>
          </p:cNvPr>
          <p:cNvSpPr/>
          <p:nvPr/>
        </p:nvSpPr>
        <p:spPr>
          <a:xfrm>
            <a:off x="848412" y="1059957"/>
            <a:ext cx="8372605" cy="858958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1440" tIns="45720" rIns="91440" bIns="45720" anchor="t"/>
          <a:lstStyle/>
          <a:p>
            <a:r>
              <a:rPr lang="vi-VN" sz="3200">
                <a:latin typeface="Aptos"/>
              </a:rPr>
              <a:t>Quy trình huấn luyện mạng</a:t>
            </a:r>
            <a:endParaRPr lang="en-US" sz="3200" dirty="0">
              <a:latin typeface="Aptos" panose="020B0004020202020204" pitchFamily="34" charset="0"/>
            </a:endParaRPr>
          </a:p>
        </p:txBody>
      </p:sp>
      <p:sp>
        <p:nvSpPr>
          <p:cNvPr id="3" name="CustomShape 1">
            <a:extLst>
              <a:ext uri="{FF2B5EF4-FFF2-40B4-BE49-F238E27FC236}">
                <a16:creationId xmlns:a16="http://schemas.microsoft.com/office/drawing/2014/main" id="{F723E89F-B853-74EA-CEEC-591BFF55EC5A}"/>
              </a:ext>
            </a:extLst>
          </p:cNvPr>
          <p:cNvSpPr/>
          <p:nvPr/>
        </p:nvSpPr>
        <p:spPr>
          <a:xfrm>
            <a:off x="683021" y="4509606"/>
            <a:ext cx="1871643" cy="858958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1440" tIns="45720" rIns="91440" bIns="45720" anchor="t"/>
          <a:lstStyle/>
          <a:p>
            <a:pPr algn="ctr"/>
            <a:r>
              <a:rPr lang="vi-VN" sz="2000">
                <a:latin typeface="Aptos" panose="020B0004020202020204" pitchFamily="34" charset="0"/>
              </a:rPr>
              <a:t>Đưa về 227x227x3</a:t>
            </a:r>
          </a:p>
        </p:txBody>
      </p:sp>
      <p:sp>
        <p:nvSpPr>
          <p:cNvPr id="4" name="CustomShape 1">
            <a:extLst>
              <a:ext uri="{FF2B5EF4-FFF2-40B4-BE49-F238E27FC236}">
                <a16:creationId xmlns:a16="http://schemas.microsoft.com/office/drawing/2014/main" id="{36AEC26C-689C-4477-B5FA-FEB898D640F9}"/>
              </a:ext>
            </a:extLst>
          </p:cNvPr>
          <p:cNvSpPr/>
          <p:nvPr/>
        </p:nvSpPr>
        <p:spPr>
          <a:xfrm>
            <a:off x="2525855" y="4500179"/>
            <a:ext cx="1871643" cy="858958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1440" tIns="45720" rIns="91440" bIns="45720" anchor="t"/>
          <a:lstStyle/>
          <a:p>
            <a:pPr algn="ctr"/>
            <a:r>
              <a:rPr lang="vi-VN" sz="2000">
                <a:latin typeface="Aptos" panose="020B0004020202020204" pitchFamily="34" charset="0"/>
              </a:rPr>
              <a:t>Thuật toán viola-jones</a:t>
            </a:r>
          </a:p>
          <a:p>
            <a:pPr algn="ctr"/>
            <a:r>
              <a:rPr lang="vi-VN" sz="2000">
                <a:latin typeface="Aptos" panose="020B0004020202020204" pitchFamily="34" charset="0"/>
              </a:rPr>
              <a:t>(ML)</a:t>
            </a:r>
          </a:p>
        </p:txBody>
      </p:sp>
      <p:sp>
        <p:nvSpPr>
          <p:cNvPr id="7" name="CustomShape 1">
            <a:extLst>
              <a:ext uri="{FF2B5EF4-FFF2-40B4-BE49-F238E27FC236}">
                <a16:creationId xmlns:a16="http://schemas.microsoft.com/office/drawing/2014/main" id="{BEC75F9D-9806-1077-2BC2-3462A351D83A}"/>
              </a:ext>
            </a:extLst>
          </p:cNvPr>
          <p:cNvSpPr/>
          <p:nvPr/>
        </p:nvSpPr>
        <p:spPr>
          <a:xfrm>
            <a:off x="4377542" y="4494346"/>
            <a:ext cx="1871643" cy="858958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1440" tIns="45720" rIns="91440" bIns="45720" anchor="t"/>
          <a:lstStyle/>
          <a:p>
            <a:pPr algn="ctr"/>
            <a:r>
              <a:rPr lang="vi-VN" sz="2000">
                <a:latin typeface="Aptos" panose="020B0004020202020204" pitchFamily="34" charset="0"/>
              </a:rPr>
              <a:t>Crop dựa trên bonding box trả về (x,y,w,h)</a:t>
            </a:r>
          </a:p>
        </p:txBody>
      </p:sp>
      <p:sp>
        <p:nvSpPr>
          <p:cNvPr id="8" name="CustomShape 1">
            <a:extLst>
              <a:ext uri="{FF2B5EF4-FFF2-40B4-BE49-F238E27FC236}">
                <a16:creationId xmlns:a16="http://schemas.microsoft.com/office/drawing/2014/main" id="{B145ED56-80FD-CDA4-374E-FA6FD8984D76}"/>
              </a:ext>
            </a:extLst>
          </p:cNvPr>
          <p:cNvSpPr/>
          <p:nvPr/>
        </p:nvSpPr>
        <p:spPr>
          <a:xfrm>
            <a:off x="6118979" y="4615659"/>
            <a:ext cx="1871643" cy="858958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1440" tIns="45720" rIns="91440" bIns="45720" anchor="t"/>
          <a:lstStyle/>
          <a:p>
            <a:pPr algn="ctr"/>
            <a:r>
              <a:rPr lang="vi-VN" sz="2000">
                <a:latin typeface="Aptos" panose="020B0004020202020204" pitchFamily="34" charset="0"/>
              </a:rPr>
              <a:t>Thêm nhiễu Gauss</a:t>
            </a:r>
          </a:p>
        </p:txBody>
      </p:sp>
      <p:sp>
        <p:nvSpPr>
          <p:cNvPr id="9" name="CustomShape 1">
            <a:extLst>
              <a:ext uri="{FF2B5EF4-FFF2-40B4-BE49-F238E27FC236}">
                <a16:creationId xmlns:a16="http://schemas.microsoft.com/office/drawing/2014/main" id="{7E324083-3907-1133-68C9-BD1D463E2B07}"/>
              </a:ext>
            </a:extLst>
          </p:cNvPr>
          <p:cNvSpPr/>
          <p:nvPr/>
        </p:nvSpPr>
        <p:spPr>
          <a:xfrm>
            <a:off x="8156013" y="4619253"/>
            <a:ext cx="1585697" cy="858958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1440" tIns="45720" rIns="91440" bIns="45720" anchor="t"/>
          <a:lstStyle/>
          <a:p>
            <a:pPr algn="ctr"/>
            <a:r>
              <a:rPr lang="vi-VN" sz="2000">
                <a:latin typeface="Aptos" panose="020B0004020202020204" pitchFamily="34" charset="0"/>
              </a:rPr>
              <a:t>Xoay, scale, lật ảnh</a:t>
            </a:r>
          </a:p>
        </p:txBody>
      </p:sp>
    </p:spTree>
    <p:extLst>
      <p:ext uri="{BB962C8B-B14F-4D97-AF65-F5344CB8AC3E}">
        <p14:creationId xmlns:p14="http://schemas.microsoft.com/office/powerpoint/2010/main" val="2079135967"/>
      </p:ext>
    </p:extLst>
  </p:cSld>
  <p:clrMapOvr>
    <a:masterClrMapping/>
  </p:clrMapOvr>
  <p:transition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B6C53DC-D359-F7D4-8748-1E2D2C34DB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ustomShape 1">
            <a:extLst>
              <a:ext uri="{FF2B5EF4-FFF2-40B4-BE49-F238E27FC236}">
                <a16:creationId xmlns:a16="http://schemas.microsoft.com/office/drawing/2014/main" id="{F43F6279-A84A-2EF7-7130-8A5DAD0F773A}"/>
              </a:ext>
            </a:extLst>
          </p:cNvPr>
          <p:cNvSpPr/>
          <p:nvPr/>
        </p:nvSpPr>
        <p:spPr>
          <a:xfrm>
            <a:off x="335071" y="82463"/>
            <a:ext cx="8049017" cy="8485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1440" tIns="45720" rIns="91440" bIns="45720" anchor="t"/>
          <a:lstStyle/>
          <a:p>
            <a:pPr marL="514350" indent="-514350">
              <a:buAutoNum type="arabicPeriod"/>
            </a:pPr>
            <a:r>
              <a:rPr lang="vi-VN" sz="3200" b="1">
                <a:solidFill>
                  <a:srgbClr val="FFFFFF"/>
                </a:solidFill>
                <a:latin typeface="Aptos"/>
              </a:rPr>
              <a:t>Phương pháp</a:t>
            </a:r>
            <a:endParaRPr lang="en-US" dirty="0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129BFD1A-E74A-ADE0-6834-C74BEFD558C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4813722"/>
              </p:ext>
            </p:extLst>
          </p:nvPr>
        </p:nvGraphicFramePr>
        <p:xfrm>
          <a:off x="1909697" y="1520310"/>
          <a:ext cx="8372605" cy="3124200"/>
        </p:xfrm>
        <a:graphic>
          <a:graphicData uri="http://schemas.openxmlformats.org/drawingml/2006/table">
            <a:tbl>
              <a:tblPr bandRow="1">
                <a:tableStyleId>{3B4B98B0-60AC-42C2-AFA5-B58CD77FA1E5}</a:tableStyleId>
              </a:tblPr>
              <a:tblGrid>
                <a:gridCol w="1615006">
                  <a:extLst>
                    <a:ext uri="{9D8B030D-6E8A-4147-A177-3AD203B41FA5}">
                      <a16:colId xmlns:a16="http://schemas.microsoft.com/office/drawing/2014/main" val="2821493596"/>
                    </a:ext>
                  </a:extLst>
                </a:gridCol>
                <a:gridCol w="1198449">
                  <a:extLst>
                    <a:ext uri="{9D8B030D-6E8A-4147-A177-3AD203B41FA5}">
                      <a16:colId xmlns:a16="http://schemas.microsoft.com/office/drawing/2014/main" val="1878826073"/>
                    </a:ext>
                  </a:extLst>
                </a:gridCol>
                <a:gridCol w="1697854">
                  <a:extLst>
                    <a:ext uri="{9D8B030D-6E8A-4147-A177-3AD203B41FA5}">
                      <a16:colId xmlns:a16="http://schemas.microsoft.com/office/drawing/2014/main" val="748621144"/>
                    </a:ext>
                  </a:extLst>
                </a:gridCol>
                <a:gridCol w="1785243">
                  <a:extLst>
                    <a:ext uri="{9D8B030D-6E8A-4147-A177-3AD203B41FA5}">
                      <a16:colId xmlns:a16="http://schemas.microsoft.com/office/drawing/2014/main" val="2747972019"/>
                    </a:ext>
                  </a:extLst>
                </a:gridCol>
                <a:gridCol w="2076053">
                  <a:extLst>
                    <a:ext uri="{9D8B030D-6E8A-4147-A177-3AD203B41FA5}">
                      <a16:colId xmlns:a16="http://schemas.microsoft.com/office/drawing/2014/main" val="232279714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r>
                        <a:rPr lang="vi-VN">
                          <a:solidFill>
                            <a:schemeClr val="bg1"/>
                          </a:solidFill>
                          <a:effectLst/>
                          <a:latin typeface="Aptos" panose="020B0004020202020204" pitchFamily="34" charset="0"/>
                        </a:rPr>
                        <a:t>Frequency</a:t>
                      </a:r>
                      <a:endParaRPr lang="en-US" err="1">
                        <a:solidFill>
                          <a:schemeClr val="bg1"/>
                        </a:solidFill>
                        <a:effectLst/>
                        <a:latin typeface="Aptos" panose="020B0004020202020204" pitchFamily="34" charset="0"/>
                      </a:endParaRPr>
                    </a:p>
                  </a:txBody>
                  <a:tcPr marL="28575" marR="28575" marT="19050" marB="19050" anchor="b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solidFill>
                      <a:srgbClr val="003365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r>
                        <a:rPr lang="vi-VN">
                          <a:solidFill>
                            <a:schemeClr val="bg1"/>
                          </a:solidFill>
                          <a:effectLst/>
                          <a:latin typeface="Aptos" panose="020B0004020202020204" pitchFamily="34" charset="0"/>
                        </a:rPr>
                        <a:t>Mini batch</a:t>
                      </a:r>
                      <a:endParaRPr lang="en-US" err="1">
                        <a:solidFill>
                          <a:schemeClr val="bg1"/>
                        </a:solidFill>
                        <a:effectLst/>
                        <a:latin typeface="Aptos" panose="020B0004020202020204" pitchFamily="34" charset="0"/>
                      </a:endParaRPr>
                    </a:p>
                  </a:txBody>
                  <a:tcPr marL="28575" marR="28575" marT="19050" marB="19050" anchor="b">
                    <a:lnL w="12700">
                      <a:solidFill>
                        <a:schemeClr val="tx1"/>
                      </a:solidFill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solidFill>
                      <a:srgbClr val="003365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r>
                        <a:rPr lang="vi-VN">
                          <a:solidFill>
                            <a:schemeClr val="bg1"/>
                          </a:solidFill>
                          <a:effectLst/>
                          <a:latin typeface="Aptos" panose="020B0004020202020204" pitchFamily="34" charset="0"/>
                        </a:rPr>
                        <a:t>epoch</a:t>
                      </a:r>
                      <a:endParaRPr lang="en-US" err="1">
                        <a:solidFill>
                          <a:schemeClr val="bg1"/>
                        </a:solidFill>
                        <a:effectLst/>
                        <a:latin typeface="Aptos" panose="020B0004020202020204" pitchFamily="34" charset="0"/>
                      </a:endParaRPr>
                    </a:p>
                  </a:txBody>
                  <a:tcPr marL="28575" marR="28575" marT="19050" marB="1905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365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r>
                        <a:rPr lang="vi-VN">
                          <a:solidFill>
                            <a:schemeClr val="bg1"/>
                          </a:solidFill>
                          <a:effectLst/>
                          <a:latin typeface="Aptos" panose="020B0004020202020204" pitchFamily="34" charset="0"/>
                        </a:rPr>
                        <a:t>Training time</a:t>
                      </a:r>
                      <a:endParaRPr lang="en-US" err="1">
                        <a:solidFill>
                          <a:schemeClr val="bg1"/>
                        </a:solidFill>
                        <a:effectLst/>
                        <a:latin typeface="Aptos" panose="020B0004020202020204" pitchFamily="34" charset="0"/>
                      </a:endParaRPr>
                    </a:p>
                  </a:txBody>
                  <a:tcPr marL="28575" marR="28575" marT="19050" marB="1905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solidFill>
                      <a:srgbClr val="003365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r>
                        <a:rPr lang="vi-VN">
                          <a:solidFill>
                            <a:schemeClr val="bg1"/>
                          </a:solidFill>
                          <a:effectLst/>
                          <a:latin typeface="Aptos" panose="020B0004020202020204" pitchFamily="34" charset="0"/>
                        </a:rPr>
                        <a:t>Validated acurrency</a:t>
                      </a:r>
                      <a:endParaRPr lang="en-US" err="1">
                        <a:solidFill>
                          <a:schemeClr val="bg1"/>
                        </a:solidFill>
                        <a:effectLst/>
                        <a:latin typeface="Aptos" panose="020B0004020202020204" pitchFamily="34" charset="0"/>
                      </a:endParaRPr>
                    </a:p>
                  </a:txBody>
                  <a:tcPr marL="28575" marR="28575" marT="19050" marB="19050" anchor="b">
                    <a:lnL w="12700">
                      <a:solidFill>
                        <a:schemeClr val="tx1"/>
                      </a:solidFill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solidFill>
                      <a:srgbClr val="00336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1379081"/>
                  </a:ext>
                </a:extLst>
              </a:tr>
              <a:tr h="200025"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r>
                        <a:rPr lang="vi-VN">
                          <a:effectLst/>
                          <a:latin typeface="Aptos" panose="020B0004020202020204" pitchFamily="34" charset="0"/>
                        </a:rPr>
                        <a:t>5</a:t>
                      </a:r>
                      <a:endParaRPr lang="en-US">
                        <a:effectLst/>
                        <a:latin typeface="Aptos" panose="020B0004020202020204" pitchFamily="34" charset="0"/>
                      </a:endParaRPr>
                    </a:p>
                  </a:txBody>
                  <a:tcPr marL="28575" marR="28575" marT="19050" marB="19050" anchor="b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r>
                        <a:rPr lang="vi-VN">
                          <a:effectLst/>
                          <a:latin typeface="Aptos" panose="020B0004020202020204" pitchFamily="34" charset="0"/>
                        </a:rPr>
                        <a:t>8</a:t>
                      </a:r>
                      <a:endParaRPr lang="en-US" dirty="0">
                        <a:effectLst/>
                        <a:latin typeface="Aptos" panose="020B0004020202020204" pitchFamily="34" charset="0"/>
                      </a:endParaRPr>
                    </a:p>
                  </a:txBody>
                  <a:tcPr marL="28575" marR="28575" marT="19050" marB="19050" anchor="b">
                    <a:lnL w="12700">
                      <a:solidFill>
                        <a:schemeClr val="tx1"/>
                      </a:solidFill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r>
                        <a:rPr lang="vi-VN">
                          <a:effectLst/>
                          <a:latin typeface="Aptos" panose="020B0004020202020204" pitchFamily="34" charset="0"/>
                        </a:rPr>
                        <a:t>30</a:t>
                      </a:r>
                    </a:p>
                  </a:txBody>
                  <a:tcPr marL="28575" marR="28575" marT="19050" marB="1905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>
                      <a:solidFill>
                        <a:schemeClr val="tx1"/>
                      </a:solidFill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r>
                        <a:rPr lang="vi-VN">
                          <a:effectLst/>
                          <a:latin typeface="Aptos" panose="020B0004020202020204" pitchFamily="34" charset="0"/>
                        </a:rPr>
                        <a:t>2'35</a:t>
                      </a:r>
                      <a:endParaRPr lang="en-US" err="1">
                        <a:effectLst/>
                        <a:latin typeface="Aptos" panose="020B0004020202020204" pitchFamily="34" charset="0"/>
                      </a:endParaRPr>
                    </a:p>
                  </a:txBody>
                  <a:tcPr marL="28575" marR="28575" marT="19050" marB="1905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r>
                        <a:rPr lang="vi-VN">
                          <a:effectLst/>
                          <a:latin typeface="Aptos" panose="020B0004020202020204" pitchFamily="34" charset="0"/>
                        </a:rPr>
                        <a:t>67.66 %</a:t>
                      </a:r>
                    </a:p>
                  </a:txBody>
                  <a:tcPr marL="28575" marR="28575" marT="19050" marB="19050" anchor="b">
                    <a:lnL w="12700">
                      <a:solidFill>
                        <a:schemeClr val="tx1"/>
                      </a:solidFill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58186084"/>
                  </a:ext>
                </a:extLst>
              </a:tr>
              <a:tr h="200025"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endParaRPr lang="en-US">
                        <a:effectLst/>
                        <a:latin typeface="Aptos" panose="020B0004020202020204" pitchFamily="34" charset="0"/>
                      </a:endParaRPr>
                    </a:p>
                  </a:txBody>
                  <a:tcPr marL="28575" marR="28575" marT="19050" marB="19050" anchor="b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r>
                        <a:rPr lang="vi-VN">
                          <a:effectLst/>
                          <a:latin typeface="Aptos" panose="020B0004020202020204" pitchFamily="34" charset="0"/>
                        </a:rPr>
                        <a:t>5</a:t>
                      </a:r>
                      <a:endParaRPr lang="en-US" err="1">
                        <a:effectLst/>
                        <a:latin typeface="Aptos" panose="020B0004020202020204" pitchFamily="34" charset="0"/>
                      </a:endParaRPr>
                    </a:p>
                  </a:txBody>
                  <a:tcPr marL="28575" marR="28575" marT="19050" marB="19050" anchor="b">
                    <a:lnL w="12700">
                      <a:solidFill>
                        <a:schemeClr val="tx1"/>
                      </a:solidFill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endParaRPr lang="en-US">
                        <a:effectLst/>
                        <a:latin typeface="Aptos" panose="020B0004020202020204" pitchFamily="34" charset="0"/>
                      </a:endParaRPr>
                    </a:p>
                  </a:txBody>
                  <a:tcPr marL="28575" marR="28575" marT="19050" marB="1905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>
                      <a:solidFill>
                        <a:schemeClr val="tx1"/>
                      </a:solidFill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r>
                        <a:rPr lang="vi-VN">
                          <a:effectLst/>
                          <a:latin typeface="Aptos" panose="020B0004020202020204" pitchFamily="34" charset="0"/>
                        </a:rPr>
                        <a:t>4'35</a:t>
                      </a:r>
                      <a:endParaRPr lang="en-US">
                        <a:effectLst/>
                        <a:latin typeface="Aptos" panose="020B0004020202020204" pitchFamily="34" charset="0"/>
                      </a:endParaRPr>
                    </a:p>
                  </a:txBody>
                  <a:tcPr marL="28575" marR="28575" marT="19050" marB="1905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r>
                        <a:rPr lang="vi-VN">
                          <a:effectLst/>
                          <a:latin typeface="Aptos" panose="020B0004020202020204" pitchFamily="34" charset="0"/>
                        </a:rPr>
                        <a:t>68.26 %</a:t>
                      </a:r>
                    </a:p>
                  </a:txBody>
                  <a:tcPr marL="28575" marR="28575" marT="19050" marB="19050" anchor="b">
                    <a:lnL w="12700">
                      <a:solidFill>
                        <a:schemeClr val="tx1"/>
                      </a:solidFill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10526137"/>
                  </a:ext>
                </a:extLst>
              </a:tr>
              <a:tr h="200025"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endParaRPr lang="en-US">
                        <a:effectLst/>
                        <a:latin typeface="Aptos" panose="020B0004020202020204" pitchFamily="34" charset="0"/>
                      </a:endParaRPr>
                    </a:p>
                  </a:txBody>
                  <a:tcPr marL="28575" marR="28575" marT="19050" marB="19050" anchor="b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r>
                        <a:rPr lang="vi-VN">
                          <a:effectLst/>
                          <a:latin typeface="Aptos" panose="020B0004020202020204" pitchFamily="34" charset="0"/>
                        </a:rPr>
                        <a:t>3</a:t>
                      </a:r>
                      <a:endParaRPr lang="en-US" err="1">
                        <a:effectLst/>
                        <a:latin typeface="Aptos" panose="020B0004020202020204" pitchFamily="34" charset="0"/>
                      </a:endParaRPr>
                    </a:p>
                  </a:txBody>
                  <a:tcPr marL="28575" marR="28575" marT="19050" marB="19050" anchor="b">
                    <a:lnL w="12700">
                      <a:solidFill>
                        <a:schemeClr val="tx1"/>
                      </a:solidFill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endParaRPr lang="en-US">
                        <a:effectLst/>
                        <a:latin typeface="Aptos" panose="020B0004020202020204" pitchFamily="34" charset="0"/>
                      </a:endParaRPr>
                    </a:p>
                  </a:txBody>
                  <a:tcPr marL="28575" marR="28575" marT="19050" marB="1905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>
                      <a:solidFill>
                        <a:schemeClr val="tx1"/>
                      </a:solidFill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r>
                        <a:rPr lang="vi-VN">
                          <a:effectLst/>
                          <a:latin typeface="Aptos" panose="020B0004020202020204" pitchFamily="34" charset="0"/>
                        </a:rPr>
                        <a:t>10'02</a:t>
                      </a:r>
                      <a:endParaRPr lang="en-US">
                        <a:effectLst/>
                        <a:latin typeface="Aptos" panose="020B0004020202020204" pitchFamily="34" charset="0"/>
                      </a:endParaRPr>
                    </a:p>
                  </a:txBody>
                  <a:tcPr marL="28575" marR="28575" marT="19050" marB="1905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r>
                        <a:rPr lang="vi-VN">
                          <a:effectLst/>
                          <a:latin typeface="Aptos" panose="020B0004020202020204" pitchFamily="34" charset="0"/>
                        </a:rPr>
                        <a:t>66.47 %</a:t>
                      </a:r>
                      <a:endParaRPr lang="en-US">
                        <a:effectLst/>
                        <a:latin typeface="Aptos" panose="020B0004020202020204" pitchFamily="34" charset="0"/>
                      </a:endParaRPr>
                    </a:p>
                  </a:txBody>
                  <a:tcPr marL="28575" marR="28575" marT="19050" marB="19050" anchor="b">
                    <a:lnL w="12700">
                      <a:solidFill>
                        <a:schemeClr val="tx1"/>
                      </a:solidFill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39633157"/>
                  </a:ext>
                </a:extLst>
              </a:tr>
              <a:tr h="200025"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r>
                        <a:rPr lang="vi-VN">
                          <a:effectLst/>
                          <a:latin typeface="Aptos" panose="020B0004020202020204" pitchFamily="34" charset="0"/>
                        </a:rPr>
                        <a:t>10</a:t>
                      </a:r>
                      <a:endParaRPr lang="en-US">
                        <a:effectLst/>
                        <a:latin typeface="Aptos" panose="020B0004020202020204" pitchFamily="34" charset="0"/>
                      </a:endParaRPr>
                    </a:p>
                  </a:txBody>
                  <a:tcPr marL="28575" marR="28575" marT="19050" marB="19050" anchor="b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r>
                        <a:rPr lang="vi-VN">
                          <a:effectLst/>
                          <a:latin typeface="Aptos" panose="020B0004020202020204" pitchFamily="34" charset="0"/>
                        </a:rPr>
                        <a:t>8</a:t>
                      </a:r>
                      <a:endParaRPr lang="en-US" err="1">
                        <a:effectLst/>
                        <a:latin typeface="Aptos" panose="020B0004020202020204" pitchFamily="34" charset="0"/>
                      </a:endParaRPr>
                    </a:p>
                  </a:txBody>
                  <a:tcPr marL="28575" marR="28575" marT="19050" marB="19050" anchor="b">
                    <a:lnL w="12700">
                      <a:solidFill>
                        <a:schemeClr val="tx1"/>
                      </a:solidFill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>
                      <a:solidFill>
                        <a:schemeClr val="tx1"/>
                      </a:solidFill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r>
                        <a:rPr lang="vi-VN">
                          <a:effectLst/>
                          <a:latin typeface="Aptos" panose="020B0004020202020204" pitchFamily="34" charset="0"/>
                        </a:rPr>
                        <a:t>30</a:t>
                      </a:r>
                      <a:endParaRPr lang="vi-VN" dirty="0">
                        <a:effectLst/>
                        <a:latin typeface="Aptos" panose="020B0004020202020204" pitchFamily="34" charset="0"/>
                      </a:endParaRPr>
                    </a:p>
                  </a:txBody>
                  <a:tcPr marL="28575" marR="28575" marT="19050" marB="1905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>
                      <a:solidFill>
                        <a:schemeClr val="tx1"/>
                      </a:solidFill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r>
                        <a:rPr lang="vi-VN">
                          <a:effectLst/>
                          <a:latin typeface="Aptos" panose="020B0004020202020204" pitchFamily="34" charset="0"/>
                        </a:rPr>
                        <a:t>1'56</a:t>
                      </a:r>
                      <a:endParaRPr lang="en-US" err="1">
                        <a:effectLst/>
                        <a:latin typeface="Aptos" panose="020B0004020202020204" pitchFamily="34" charset="0"/>
                      </a:endParaRPr>
                    </a:p>
                  </a:txBody>
                  <a:tcPr marL="28575" marR="28575" marT="19050" marB="1905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r>
                        <a:rPr lang="vi-VN">
                          <a:effectLst/>
                          <a:latin typeface="Aptos" panose="020B0004020202020204" pitchFamily="34" charset="0"/>
                        </a:rPr>
                        <a:t>61.08 %</a:t>
                      </a:r>
                      <a:endParaRPr lang="vi-VN" dirty="0">
                        <a:effectLst/>
                        <a:latin typeface="Aptos" panose="020B0004020202020204" pitchFamily="34" charset="0"/>
                      </a:endParaRPr>
                    </a:p>
                  </a:txBody>
                  <a:tcPr marL="28575" marR="28575" marT="19050" marB="19050" anchor="b">
                    <a:lnL w="12700">
                      <a:solidFill>
                        <a:schemeClr val="tx1"/>
                      </a:solidFill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>
                      <a:solidFill>
                        <a:schemeClr val="tx1"/>
                      </a:solidFill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96794938"/>
                  </a:ext>
                </a:extLst>
              </a:tr>
              <a:tr h="200025"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r>
                        <a:rPr lang="vi-VN">
                          <a:effectLst/>
                          <a:latin typeface="Aptos" panose="020B0004020202020204" pitchFamily="34" charset="0"/>
                        </a:rPr>
                        <a:t>15</a:t>
                      </a:r>
                      <a:endParaRPr lang="en-US">
                        <a:effectLst/>
                        <a:latin typeface="Aptos" panose="020B0004020202020204" pitchFamily="34" charset="0"/>
                      </a:endParaRPr>
                    </a:p>
                  </a:txBody>
                  <a:tcPr marL="28575" marR="28575" marT="19050" marB="19050" anchor="b">
                    <a:lnL w="12700">
                      <a:solidFill>
                        <a:schemeClr val="tx1"/>
                      </a:solidFill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>
                      <a:solidFill>
                        <a:schemeClr val="tx1"/>
                      </a:solidFill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endParaRPr lang="en-US" err="1">
                        <a:effectLst/>
                        <a:latin typeface="Aptos" panose="020B0004020202020204" pitchFamily="34" charset="0"/>
                      </a:endParaRPr>
                    </a:p>
                  </a:txBody>
                  <a:tcPr marL="28575" marR="28575" marT="19050" marB="1905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>
                      <a:solidFill>
                        <a:schemeClr val="tx1"/>
                      </a:solidFill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endParaRPr lang="vi-VN" dirty="0">
                        <a:effectLst/>
                        <a:latin typeface="Aptos" panose="020B0004020202020204" pitchFamily="34" charset="0"/>
                      </a:endParaRPr>
                    </a:p>
                  </a:txBody>
                  <a:tcPr marL="28575" marR="28575" marT="19050" marB="1905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r>
                        <a:rPr lang="vi-VN">
                          <a:effectLst/>
                          <a:latin typeface="Aptos" panose="020B0004020202020204" pitchFamily="34" charset="0"/>
                        </a:rPr>
                        <a:t>1'35</a:t>
                      </a:r>
                      <a:endParaRPr lang="en-US" err="1">
                        <a:effectLst/>
                        <a:latin typeface="Aptos" panose="020B0004020202020204" pitchFamily="34" charset="0"/>
                      </a:endParaRPr>
                    </a:p>
                  </a:txBody>
                  <a:tcPr marL="28575" marR="28575" marT="19050" marB="1905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>
                      <a:solidFill>
                        <a:schemeClr val="tx1"/>
                      </a:solidFill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r>
                        <a:rPr lang="vi-VN">
                          <a:effectLst/>
                          <a:latin typeface="Aptos" panose="020B0004020202020204" pitchFamily="34" charset="0"/>
                        </a:rPr>
                        <a:t>61.08 %</a:t>
                      </a:r>
                      <a:endParaRPr lang="vi-VN" dirty="0">
                        <a:effectLst/>
                        <a:latin typeface="Aptos" panose="020B0004020202020204" pitchFamily="34" charset="0"/>
                      </a:endParaRPr>
                    </a:p>
                  </a:txBody>
                  <a:tcPr marL="28575" marR="28575" marT="19050" marB="1905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>
                      <a:solidFill>
                        <a:schemeClr val="tx1"/>
                      </a:solidFill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46733781"/>
                  </a:ext>
                </a:extLst>
              </a:tr>
              <a:tr h="200025"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r>
                        <a:rPr lang="vi-VN">
                          <a:effectLst/>
                          <a:latin typeface="Aptos" panose="020B0004020202020204" pitchFamily="34" charset="0"/>
                        </a:rPr>
                        <a:t>25</a:t>
                      </a:r>
                      <a:endParaRPr lang="en-US">
                        <a:effectLst/>
                        <a:latin typeface="Aptos" panose="020B0004020202020204" pitchFamily="34" charset="0"/>
                      </a:endParaRPr>
                    </a:p>
                  </a:txBody>
                  <a:tcPr marL="28575" marR="28575" marT="19050" marB="19050" anchor="b">
                    <a:lnL w="12700">
                      <a:solidFill>
                        <a:schemeClr val="tx1"/>
                      </a:solidFill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>
                      <a:solidFill>
                        <a:schemeClr val="tx1"/>
                      </a:solidFill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endParaRPr lang="en-US" err="1">
                        <a:effectLst/>
                        <a:latin typeface="Aptos" panose="020B0004020202020204" pitchFamily="34" charset="0"/>
                      </a:endParaRPr>
                    </a:p>
                  </a:txBody>
                  <a:tcPr marL="28575" marR="28575" marT="19050" marB="1905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>
                      <a:solidFill>
                        <a:schemeClr val="tx1"/>
                      </a:solidFill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endParaRPr lang="vi-VN" dirty="0">
                        <a:effectLst/>
                        <a:latin typeface="Aptos" panose="020B0004020202020204" pitchFamily="34" charset="0"/>
                      </a:endParaRPr>
                    </a:p>
                  </a:txBody>
                  <a:tcPr marL="28575" marR="28575" marT="19050" marB="1905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r>
                        <a:rPr lang="vi-VN">
                          <a:effectLst/>
                          <a:latin typeface="Aptos" panose="020B0004020202020204" pitchFamily="34" charset="0"/>
                        </a:rPr>
                        <a:t>1'24</a:t>
                      </a:r>
                      <a:endParaRPr lang="en-US" err="1">
                        <a:effectLst/>
                        <a:latin typeface="Aptos" panose="020B0004020202020204" pitchFamily="34" charset="0"/>
                      </a:endParaRPr>
                    </a:p>
                  </a:txBody>
                  <a:tcPr marL="28575" marR="28575" marT="19050" marB="1905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>
                      <a:solidFill>
                        <a:schemeClr val="tx1"/>
                      </a:solidFill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r>
                        <a:rPr lang="vi-VN">
                          <a:effectLst/>
                          <a:latin typeface="Aptos" panose="020B0004020202020204" pitchFamily="34" charset="0"/>
                        </a:rPr>
                        <a:t>71.86 %</a:t>
                      </a:r>
                      <a:endParaRPr lang="vi-VN" dirty="0">
                        <a:effectLst/>
                        <a:latin typeface="Aptos" panose="020B0004020202020204" pitchFamily="34" charset="0"/>
                      </a:endParaRPr>
                    </a:p>
                  </a:txBody>
                  <a:tcPr marL="28575" marR="28575" marT="19050" marB="1905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>
                      <a:solidFill>
                        <a:schemeClr val="tx1"/>
                      </a:solidFill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63651516"/>
                  </a:ext>
                </a:extLst>
              </a:tr>
              <a:tr h="200025"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r>
                        <a:rPr lang="vi-VN">
                          <a:effectLst/>
                          <a:latin typeface="Aptos" panose="020B0004020202020204" pitchFamily="34" charset="0"/>
                        </a:rPr>
                        <a:t>25</a:t>
                      </a:r>
                      <a:endParaRPr lang="en-US">
                        <a:effectLst/>
                        <a:latin typeface="Aptos" panose="020B0004020202020204" pitchFamily="34" charset="0"/>
                      </a:endParaRPr>
                    </a:p>
                  </a:txBody>
                  <a:tcPr marL="28575" marR="28575" marT="19050" marB="19050" anchor="b">
                    <a:lnL w="12700">
                      <a:solidFill>
                        <a:schemeClr val="tx1"/>
                      </a:solidFill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>
                      <a:solidFill>
                        <a:schemeClr val="tx1"/>
                      </a:solidFill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r>
                        <a:rPr lang="vi-VN">
                          <a:effectLst/>
                          <a:latin typeface="Aptos" panose="020B0004020202020204" pitchFamily="34" charset="0"/>
                        </a:rPr>
                        <a:t>8</a:t>
                      </a:r>
                      <a:endParaRPr lang="en-US" err="1">
                        <a:effectLst/>
                        <a:latin typeface="Aptos" panose="020B0004020202020204" pitchFamily="34" charset="0"/>
                      </a:endParaRPr>
                    </a:p>
                  </a:txBody>
                  <a:tcPr marL="28575" marR="28575" marT="19050" marB="1905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>
                      <a:solidFill>
                        <a:schemeClr val="tx1"/>
                      </a:solidFill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r>
                        <a:rPr lang="vi-VN">
                          <a:effectLst/>
                          <a:latin typeface="Aptos" panose="020B0004020202020204" pitchFamily="34" charset="0"/>
                        </a:rPr>
                        <a:t>15</a:t>
                      </a:r>
                      <a:endParaRPr lang="vi-VN" dirty="0">
                        <a:effectLst/>
                        <a:latin typeface="Aptos" panose="020B0004020202020204" pitchFamily="34" charset="0"/>
                      </a:endParaRPr>
                    </a:p>
                  </a:txBody>
                  <a:tcPr marL="28575" marR="28575" marT="19050" marB="1905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r>
                        <a:rPr lang="vi-VN">
                          <a:effectLst/>
                          <a:latin typeface="Aptos" panose="020B0004020202020204" pitchFamily="34" charset="0"/>
                        </a:rPr>
                        <a:t>'43</a:t>
                      </a:r>
                      <a:endParaRPr lang="en-US" err="1">
                        <a:effectLst/>
                        <a:latin typeface="Aptos" panose="020B0004020202020204" pitchFamily="34" charset="0"/>
                      </a:endParaRPr>
                    </a:p>
                  </a:txBody>
                  <a:tcPr marL="28575" marR="28575" marT="19050" marB="1905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>
                      <a:solidFill>
                        <a:schemeClr val="tx1"/>
                      </a:solidFill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vi-VN">
                          <a:effectLst/>
                          <a:latin typeface="Aptos" panose="020B0004020202020204" pitchFamily="34" charset="0"/>
                        </a:rPr>
                        <a:t>58.08 %</a:t>
                      </a:r>
                      <a:endParaRPr lang="en-US">
                        <a:effectLst/>
                        <a:latin typeface="Aptos" panose="020B0004020202020204" pitchFamily="34" charset="0"/>
                      </a:endParaRPr>
                    </a:p>
                  </a:txBody>
                  <a:tcPr marL="28575" marR="28575" marT="19050" marB="1905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>
                      <a:solidFill>
                        <a:schemeClr val="tx1"/>
                      </a:solidFill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40386237"/>
                  </a:ext>
                </a:extLst>
              </a:tr>
              <a:tr h="200025"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endParaRPr lang="en-US">
                        <a:effectLst/>
                        <a:latin typeface="Aptos" panose="020B0004020202020204" pitchFamily="34" charset="0"/>
                      </a:endParaRPr>
                    </a:p>
                  </a:txBody>
                  <a:tcPr marL="28575" marR="28575" marT="19050" marB="19050" anchor="b">
                    <a:lnL w="12700">
                      <a:solidFill>
                        <a:schemeClr val="tx1"/>
                      </a:solidFill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>
                      <a:solidFill>
                        <a:schemeClr val="tx1"/>
                      </a:solidFill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endParaRPr lang="en-US" err="1">
                        <a:effectLst/>
                        <a:latin typeface="Aptos" panose="020B0004020202020204" pitchFamily="34" charset="0"/>
                      </a:endParaRPr>
                    </a:p>
                  </a:txBody>
                  <a:tcPr marL="28575" marR="28575" marT="19050" marB="1905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>
                      <a:solidFill>
                        <a:schemeClr val="tx1"/>
                      </a:solidFill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r>
                        <a:rPr lang="vi-VN">
                          <a:effectLst/>
                          <a:latin typeface="Aptos" panose="020B0004020202020204" pitchFamily="34" charset="0"/>
                        </a:rPr>
                        <a:t>50</a:t>
                      </a:r>
                      <a:endParaRPr lang="vi-VN" dirty="0">
                        <a:effectLst/>
                        <a:latin typeface="Aptos" panose="020B0004020202020204" pitchFamily="34" charset="0"/>
                      </a:endParaRPr>
                    </a:p>
                  </a:txBody>
                  <a:tcPr marL="28575" marR="28575" marT="19050" marB="1905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r>
                        <a:rPr lang="vi-VN">
                          <a:effectLst/>
                          <a:latin typeface="Aptos" panose="020B0004020202020204" pitchFamily="34" charset="0"/>
                        </a:rPr>
                        <a:t>2'13</a:t>
                      </a:r>
                      <a:endParaRPr lang="en-US" err="1">
                        <a:effectLst/>
                        <a:latin typeface="Aptos" panose="020B0004020202020204" pitchFamily="34" charset="0"/>
                      </a:endParaRPr>
                    </a:p>
                  </a:txBody>
                  <a:tcPr marL="28575" marR="28575" marT="19050" marB="1905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>
                      <a:solidFill>
                        <a:schemeClr val="tx1"/>
                      </a:solidFill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r>
                        <a:rPr lang="vi-VN">
                          <a:effectLst/>
                          <a:latin typeface="Aptos" panose="020B0004020202020204" pitchFamily="34" charset="0"/>
                        </a:rPr>
                        <a:t>61.08 %</a:t>
                      </a:r>
                      <a:endParaRPr lang="vi-VN" dirty="0">
                        <a:effectLst/>
                        <a:latin typeface="Aptos" panose="020B0004020202020204" pitchFamily="34" charset="0"/>
                      </a:endParaRPr>
                    </a:p>
                  </a:txBody>
                  <a:tcPr marL="28575" marR="28575" marT="19050" marB="1905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>
                      <a:solidFill>
                        <a:schemeClr val="tx1"/>
                      </a:solidFill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65367861"/>
                  </a:ext>
                </a:extLst>
              </a:tr>
              <a:tr h="200025"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endParaRPr lang="en-US">
                        <a:effectLst/>
                        <a:latin typeface="Aptos" panose="020B0004020202020204" pitchFamily="34" charset="0"/>
                      </a:endParaRPr>
                    </a:p>
                  </a:txBody>
                  <a:tcPr marL="28575" marR="28575" marT="19050" marB="19050" anchor="b">
                    <a:lnL w="12700">
                      <a:solidFill>
                        <a:schemeClr val="tx1"/>
                      </a:solidFill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endParaRPr lang="en-US" err="1">
                        <a:effectLst/>
                        <a:latin typeface="Aptos" panose="020B0004020202020204" pitchFamily="34" charset="0"/>
                      </a:endParaRPr>
                    </a:p>
                  </a:txBody>
                  <a:tcPr marL="28575" marR="28575" marT="19050" marB="1905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r>
                        <a:rPr lang="vi-VN">
                          <a:effectLst/>
                          <a:latin typeface="Aptos" panose="020B0004020202020204" pitchFamily="34" charset="0"/>
                        </a:rPr>
                        <a:t>100</a:t>
                      </a:r>
                      <a:endParaRPr lang="vi-VN" dirty="0">
                        <a:effectLst/>
                        <a:latin typeface="Aptos" panose="020B0004020202020204" pitchFamily="34" charset="0"/>
                      </a:endParaRPr>
                    </a:p>
                  </a:txBody>
                  <a:tcPr marL="28575" marR="28575" marT="19050" marB="1905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chemeClr val="tx1"/>
                      </a:solidFill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r>
                        <a:rPr lang="vi-VN">
                          <a:effectLst/>
                          <a:latin typeface="Aptos" panose="020B0004020202020204" pitchFamily="34" charset="0"/>
                        </a:rPr>
                        <a:t>4'40</a:t>
                      </a:r>
                      <a:endParaRPr lang="en-US" err="1">
                        <a:effectLst/>
                        <a:latin typeface="Aptos" panose="020B0004020202020204" pitchFamily="34" charset="0"/>
                      </a:endParaRPr>
                    </a:p>
                  </a:txBody>
                  <a:tcPr marL="28575" marR="28575" marT="19050" marB="1905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r>
                        <a:rPr lang="vi-VN">
                          <a:effectLst/>
                          <a:latin typeface="Aptos" panose="020B0004020202020204" pitchFamily="34" charset="0"/>
                        </a:rPr>
                        <a:t>68.26 %</a:t>
                      </a:r>
                      <a:endParaRPr lang="vi-VN" dirty="0">
                        <a:effectLst/>
                        <a:latin typeface="Aptos" panose="020B0004020202020204" pitchFamily="34" charset="0"/>
                      </a:endParaRPr>
                    </a:p>
                  </a:txBody>
                  <a:tcPr marL="28575" marR="28575" marT="19050" marB="1905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96435555"/>
                  </a:ext>
                </a:extLst>
              </a:tr>
            </a:tbl>
          </a:graphicData>
        </a:graphic>
      </p:graphicFrame>
      <p:sp>
        <p:nvSpPr>
          <p:cNvPr id="6" name="CustomShape 1">
            <a:extLst>
              <a:ext uri="{FF2B5EF4-FFF2-40B4-BE49-F238E27FC236}">
                <a16:creationId xmlns:a16="http://schemas.microsoft.com/office/drawing/2014/main" id="{221A4168-8A8D-EE19-ACB5-7E1AEEFED88E}"/>
              </a:ext>
            </a:extLst>
          </p:cNvPr>
          <p:cNvSpPr/>
          <p:nvPr/>
        </p:nvSpPr>
        <p:spPr>
          <a:xfrm>
            <a:off x="1581017" y="4807047"/>
            <a:ext cx="8372605" cy="327001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1440" tIns="45720" rIns="91440" bIns="45720" anchor="t"/>
          <a:lstStyle/>
          <a:p>
            <a:pPr algn="ctr"/>
            <a:r>
              <a:rPr lang="vi-VN" sz="1600" i="1">
                <a:latin typeface="Aptos"/>
              </a:rPr>
              <a:t>Bảng kết quả training cho mạng khi thay đổi Fequency, Mini batch, epoch</a:t>
            </a:r>
            <a:endParaRPr lang="en-US" sz="1600" i="1" dirty="0">
              <a:latin typeface="Aptos" panose="020B0004020202020204" pitchFamily="34" charset="0"/>
            </a:endParaRPr>
          </a:p>
        </p:txBody>
      </p:sp>
      <p:sp>
        <p:nvSpPr>
          <p:cNvPr id="2" name="CustomShape 1">
            <a:extLst>
              <a:ext uri="{FF2B5EF4-FFF2-40B4-BE49-F238E27FC236}">
                <a16:creationId xmlns:a16="http://schemas.microsoft.com/office/drawing/2014/main" id="{67C3311C-303D-2390-7A03-9A56CD9C8747}"/>
              </a:ext>
            </a:extLst>
          </p:cNvPr>
          <p:cNvSpPr/>
          <p:nvPr/>
        </p:nvSpPr>
        <p:spPr>
          <a:xfrm>
            <a:off x="410485" y="864995"/>
            <a:ext cx="8372605" cy="858958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1440" tIns="45720" rIns="91440" bIns="45720" anchor="t"/>
          <a:lstStyle/>
          <a:p>
            <a:r>
              <a:rPr lang="en-US" sz="3200">
                <a:latin typeface="Aptos"/>
              </a:rPr>
              <a:t>Thay </a:t>
            </a:r>
            <a:r>
              <a:rPr lang="vi-VN" sz="3200">
                <a:latin typeface="Aptos"/>
              </a:rPr>
              <a:t>đổi một số thông số training</a:t>
            </a:r>
            <a:endParaRPr lang="en-US" sz="3200" dirty="0">
              <a:latin typeface="Aptos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96235297"/>
      </p:ext>
    </p:extLst>
  </p:cSld>
  <p:clrMapOvr>
    <a:masterClrMapping/>
  </p:clrMapOvr>
  <p:transition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36CDCFE-2B80-85FC-E477-C204384531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ustomShape 1">
            <a:extLst>
              <a:ext uri="{FF2B5EF4-FFF2-40B4-BE49-F238E27FC236}">
                <a16:creationId xmlns:a16="http://schemas.microsoft.com/office/drawing/2014/main" id="{398B0481-C1B1-CC15-6C66-41F466A93CF0}"/>
              </a:ext>
            </a:extLst>
          </p:cNvPr>
          <p:cNvSpPr/>
          <p:nvPr/>
        </p:nvSpPr>
        <p:spPr>
          <a:xfrm>
            <a:off x="2146624" y="5993692"/>
            <a:ext cx="8372605" cy="327001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1440" tIns="45720" rIns="91440" bIns="45720" anchor="t"/>
          <a:lstStyle/>
          <a:p>
            <a:pPr algn="ctr"/>
            <a:r>
              <a:rPr lang="vi-VN" sz="1600" i="1">
                <a:latin typeface="Aptos"/>
              </a:rPr>
              <a:t>Kết quả training mạng với độ chính xác 81.82%</a:t>
            </a:r>
            <a:endParaRPr lang="en-US" sz="1600" i="1" dirty="0">
              <a:latin typeface="Aptos" panose="020B0004020202020204" pitchFamily="34" charset="0"/>
            </a:endParaRP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810AA5EA-AEE2-79F6-75F8-1827A297258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18819" y="930983"/>
            <a:ext cx="9942517" cy="5062709"/>
          </a:xfrm>
          <a:prstGeom prst="rect">
            <a:avLst/>
          </a:prstGeom>
        </p:spPr>
      </p:pic>
      <p:sp>
        <p:nvSpPr>
          <p:cNvPr id="12" name="CustomShape 1">
            <a:extLst>
              <a:ext uri="{FF2B5EF4-FFF2-40B4-BE49-F238E27FC236}">
                <a16:creationId xmlns:a16="http://schemas.microsoft.com/office/drawing/2014/main" id="{0787B3CA-9AA4-9A48-FAC9-95819FAAFCBE}"/>
              </a:ext>
            </a:extLst>
          </p:cNvPr>
          <p:cNvSpPr/>
          <p:nvPr/>
        </p:nvSpPr>
        <p:spPr>
          <a:xfrm>
            <a:off x="335071" y="82463"/>
            <a:ext cx="8049017" cy="8485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1440" tIns="45720" rIns="91440" bIns="45720" anchor="t"/>
          <a:lstStyle/>
          <a:p>
            <a:r>
              <a:rPr lang="vi-VN" sz="3200" b="1">
                <a:solidFill>
                  <a:srgbClr val="FFFFFF"/>
                </a:solidFill>
                <a:latin typeface="Aptos"/>
              </a:rPr>
              <a:t>2. Kết quả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96366345"/>
      </p:ext>
    </p:extLst>
  </p:cSld>
  <p:clrMapOvr>
    <a:masterClrMapping/>
  </p:clrMapOvr>
  <p:transition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FAAB897-1B1E-925B-4580-405330557B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ustomShape 1">
            <a:extLst>
              <a:ext uri="{FF2B5EF4-FFF2-40B4-BE49-F238E27FC236}">
                <a16:creationId xmlns:a16="http://schemas.microsoft.com/office/drawing/2014/main" id="{07DDC6EC-C381-244D-0053-E9C950EBADAF}"/>
              </a:ext>
            </a:extLst>
          </p:cNvPr>
          <p:cNvSpPr/>
          <p:nvPr/>
        </p:nvSpPr>
        <p:spPr>
          <a:xfrm>
            <a:off x="335071" y="82463"/>
            <a:ext cx="8049017" cy="8485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1440" tIns="45720" rIns="91440" bIns="45720" anchor="t"/>
          <a:lstStyle/>
          <a:p>
            <a:r>
              <a:rPr lang="vi-VN" sz="3200" b="1">
                <a:solidFill>
                  <a:srgbClr val="FFFFFF"/>
                </a:solidFill>
                <a:latin typeface="Aptos"/>
              </a:rPr>
              <a:t>2. Kết quả</a:t>
            </a:r>
            <a:endParaRPr lang="en-US" dirty="0"/>
          </a:p>
        </p:txBody>
      </p:sp>
      <p:sp>
        <p:nvSpPr>
          <p:cNvPr id="6" name="CustomShape 1">
            <a:extLst>
              <a:ext uri="{FF2B5EF4-FFF2-40B4-BE49-F238E27FC236}">
                <a16:creationId xmlns:a16="http://schemas.microsoft.com/office/drawing/2014/main" id="{DA1BDA7A-6F23-196E-56A0-8B7EB7E23160}"/>
              </a:ext>
            </a:extLst>
          </p:cNvPr>
          <p:cNvSpPr/>
          <p:nvPr/>
        </p:nvSpPr>
        <p:spPr>
          <a:xfrm>
            <a:off x="2335161" y="5961571"/>
            <a:ext cx="8372605" cy="327001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1440" tIns="45720" rIns="91440" bIns="45720" anchor="t"/>
          <a:lstStyle/>
          <a:p>
            <a:pPr algn="ctr"/>
            <a:r>
              <a:rPr lang="vi-VN" sz="1600" i="1">
                <a:latin typeface="Aptos" panose="020B0004020202020204" pitchFamily="34" charset="0"/>
              </a:rPr>
              <a:t>Ma trận phân tích nhầm lẫn khuôn mặt</a:t>
            </a:r>
            <a:endParaRPr lang="en-US" sz="1600" i="1" dirty="0">
              <a:latin typeface="Aptos" panose="020B0004020202020204" pitchFamily="34" charset="0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8ACC587D-8D27-5CA3-7049-11DE8E61131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5071" y="990198"/>
            <a:ext cx="8629605" cy="4877603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A0F57586-EEAC-A4F6-DF1E-6FBCC381ED9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47859" y="1247469"/>
            <a:ext cx="2762636" cy="43630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81433442"/>
      </p:ext>
    </p:extLst>
  </p:cSld>
  <p:clrMapOvr>
    <a:masterClrMapping/>
  </p:clrMapOvr>
  <p:transition>
    <p:fad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F624A17-7905-A55E-08E3-BBD71422AA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ustomShape 1">
            <a:extLst>
              <a:ext uri="{FF2B5EF4-FFF2-40B4-BE49-F238E27FC236}">
                <a16:creationId xmlns:a16="http://schemas.microsoft.com/office/drawing/2014/main" id="{9B6D80CC-1A75-2A86-393F-F5029ACA4885}"/>
              </a:ext>
            </a:extLst>
          </p:cNvPr>
          <p:cNvSpPr/>
          <p:nvPr/>
        </p:nvSpPr>
        <p:spPr>
          <a:xfrm>
            <a:off x="335071" y="82463"/>
            <a:ext cx="8049017" cy="8485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1440" tIns="45720" rIns="91440" bIns="45720" anchor="t"/>
          <a:lstStyle/>
          <a:p>
            <a:r>
              <a:rPr lang="vi-VN" sz="3200" b="1">
                <a:solidFill>
                  <a:srgbClr val="FFFFFF"/>
                </a:solidFill>
                <a:latin typeface="Aptos"/>
              </a:rPr>
              <a:t>2. Kết quả</a:t>
            </a:r>
            <a:endParaRPr lang="en-US" dirty="0"/>
          </a:p>
        </p:txBody>
      </p:sp>
      <p:sp>
        <p:nvSpPr>
          <p:cNvPr id="6" name="CustomShape 1">
            <a:extLst>
              <a:ext uri="{FF2B5EF4-FFF2-40B4-BE49-F238E27FC236}">
                <a16:creationId xmlns:a16="http://schemas.microsoft.com/office/drawing/2014/main" id="{16A9B862-6C19-38DB-4A77-21F4FA8A190A}"/>
              </a:ext>
            </a:extLst>
          </p:cNvPr>
          <p:cNvSpPr/>
          <p:nvPr/>
        </p:nvSpPr>
        <p:spPr>
          <a:xfrm>
            <a:off x="2617965" y="6052589"/>
            <a:ext cx="8372605" cy="327001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1440" tIns="45720" rIns="91440" bIns="45720" anchor="t"/>
          <a:lstStyle/>
          <a:p>
            <a:pPr algn="ctr"/>
            <a:r>
              <a:rPr lang="en-US" sz="1600" i="1" dirty="0" err="1">
                <a:latin typeface="Aptos"/>
              </a:rPr>
              <a:t>Mô</a:t>
            </a:r>
            <a:r>
              <a:rPr lang="en-US" sz="1600" i="1" dirty="0">
                <a:latin typeface="Aptos"/>
              </a:rPr>
              <a:t> </a:t>
            </a:r>
            <a:r>
              <a:rPr lang="en-US" sz="1600" i="1" dirty="0" err="1">
                <a:latin typeface="Aptos"/>
              </a:rPr>
              <a:t>hình</a:t>
            </a:r>
            <a:r>
              <a:rPr lang="en-US" sz="1600" i="1" dirty="0">
                <a:latin typeface="Aptos"/>
              </a:rPr>
              <a:t> </a:t>
            </a:r>
            <a:r>
              <a:rPr lang="en-US" sz="1600" i="1" dirty="0" err="1">
                <a:latin typeface="Aptos"/>
              </a:rPr>
              <a:t>hệ</a:t>
            </a:r>
            <a:r>
              <a:rPr lang="en-US" sz="1600" i="1" dirty="0">
                <a:latin typeface="Aptos"/>
              </a:rPr>
              <a:t> </a:t>
            </a:r>
            <a:r>
              <a:rPr lang="en-US" sz="1600" i="1" dirty="0" err="1">
                <a:latin typeface="Aptos"/>
              </a:rPr>
              <a:t>thống</a:t>
            </a:r>
            <a:r>
              <a:rPr lang="en-US" sz="1600" i="1" dirty="0">
                <a:latin typeface="Aptos"/>
              </a:rPr>
              <a:t> </a:t>
            </a:r>
            <a:r>
              <a:rPr lang="en-US" sz="1600" i="1" dirty="0" err="1">
                <a:latin typeface="Aptos"/>
              </a:rPr>
              <a:t>điện</a:t>
            </a:r>
            <a:r>
              <a:rPr lang="en-US" sz="1600" i="1" dirty="0">
                <a:latin typeface="Aptos"/>
              </a:rPr>
              <a:t> Việt Nam</a:t>
            </a:r>
            <a:endParaRPr lang="en-US" sz="1600" i="1" dirty="0">
              <a:latin typeface="Aptos" panose="020B0004020202020204" pitchFamily="34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4E3C927-E334-09E8-B85B-36F8A88A5EF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12642" y="1030113"/>
            <a:ext cx="3210373" cy="2800741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F3B59E71-4E83-2C32-FCE3-041EB6B40A8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94082" y="930982"/>
            <a:ext cx="3562847" cy="2676899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E618BEE4-B5D7-B477-3B26-6906A0173520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4908"/>
          <a:stretch>
            <a:fillRect/>
          </a:stretch>
        </p:blipFill>
        <p:spPr>
          <a:xfrm>
            <a:off x="788103" y="877692"/>
            <a:ext cx="3439005" cy="2953162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64E00561-3C6D-35AD-DA85-4E1183F76EF5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t="12676" b="11806"/>
          <a:stretch>
            <a:fillRect/>
          </a:stretch>
        </p:blipFill>
        <p:spPr>
          <a:xfrm>
            <a:off x="1012778" y="3429000"/>
            <a:ext cx="3210373" cy="2553880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B21D4838-E2EB-55B7-945A-2609058377DA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733735" y="3401315"/>
            <a:ext cx="2724530" cy="2705478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FB994989-08EB-CB37-A5D9-7EB5BD5F2602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522713" y="3401315"/>
            <a:ext cx="3105583" cy="27435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87042050"/>
      </p:ext>
    </p:extLst>
  </p:cSld>
  <p:clrMapOvr>
    <a:masterClrMapping/>
  </p:clrMapOvr>
  <p:transition>
    <p:fad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51CC94F-AA9F-21F9-6E8E-2DEFB44A3C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0" name="Freeform 1">
            <a:extLst>
              <a:ext uri="{FF2B5EF4-FFF2-40B4-BE49-F238E27FC236}">
                <a16:creationId xmlns:a16="http://schemas.microsoft.com/office/drawing/2014/main" id="{0DA46B52-EB0B-4598-69D3-6A156B4AB9A1}"/>
              </a:ext>
            </a:extLst>
          </p:cNvPr>
          <p:cNvSpPr/>
          <p:nvPr/>
        </p:nvSpPr>
        <p:spPr>
          <a:xfrm>
            <a:off x="3209400" y="2164680"/>
            <a:ext cx="360" cy="360"/>
          </a:xfrm>
          <a:custGeom>
            <a:avLst/>
            <a:gdLst/>
            <a:ahLst/>
            <a:cxnLst/>
            <a:rect l="0" t="0" r="r" b="b"/>
            <a:pathLst>
              <a:path w="1" h="1">
                <a:moveTo>
                  <a:pt x="0" y="0"/>
                </a:moveTo>
                <a:lnTo>
                  <a:pt x="0" y="0"/>
                </a:lnTo>
              </a:path>
            </a:pathLst>
          </a:custGeom>
          <a:ln/>
        </p:spPr>
        <p:txBody>
          <a:bodyPr/>
          <a:lstStyle/>
          <a:p>
            <a:endParaRPr lang="en-US"/>
          </a:p>
        </p:txBody>
      </p:sp>
      <p:sp>
        <p:nvSpPr>
          <p:cNvPr id="4" name="CustomShape 1">
            <a:extLst>
              <a:ext uri="{FF2B5EF4-FFF2-40B4-BE49-F238E27FC236}">
                <a16:creationId xmlns:a16="http://schemas.microsoft.com/office/drawing/2014/main" id="{A394DA2A-C2A3-5454-22B0-0D1649E43C35}"/>
              </a:ext>
            </a:extLst>
          </p:cNvPr>
          <p:cNvSpPr/>
          <p:nvPr/>
        </p:nvSpPr>
        <p:spPr>
          <a:xfrm>
            <a:off x="1679275" y="2643443"/>
            <a:ext cx="8587153" cy="789905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1440" tIns="45720" rIns="91440" bIns="45720" anchor="t"/>
          <a:lstStyle/>
          <a:p>
            <a:pPr algn="ctr"/>
            <a:r>
              <a:rPr lang="en-US" sz="6000" b="1">
                <a:latin typeface="Aptos"/>
              </a:rPr>
              <a:t>Thanks for listening</a:t>
            </a:r>
          </a:p>
        </p:txBody>
      </p:sp>
    </p:spTree>
    <p:extLst>
      <p:ext uri="{BB962C8B-B14F-4D97-AF65-F5344CB8AC3E}">
        <p14:creationId xmlns:p14="http://schemas.microsoft.com/office/powerpoint/2010/main" val="2184074733"/>
      </p:ext>
    </p:extLst>
  </p:cSld>
  <p:clrMapOvr>
    <a:masterClrMapping/>
  </p:clrMapOvr>
  <p:transition>
    <p:fad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9Slide.vn</Template>
  <TotalTime>734</TotalTime>
  <Words>309</Words>
  <Application>Microsoft Office PowerPoint</Application>
  <PresentationFormat>Widescreen</PresentationFormat>
  <Paragraphs>81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3</vt:i4>
      </vt:variant>
      <vt:variant>
        <vt:lpstr>Slide Titles</vt:lpstr>
      </vt:variant>
      <vt:variant>
        <vt:i4>10</vt:i4>
      </vt:variant>
    </vt:vector>
  </HeadingPairs>
  <TitlesOfParts>
    <vt:vector size="19" baseType="lpstr">
      <vt:lpstr>Aptos</vt:lpstr>
      <vt:lpstr>Arial</vt:lpstr>
      <vt:lpstr>Calibri</vt:lpstr>
      <vt:lpstr>Lato</vt:lpstr>
      <vt:lpstr>Symbol</vt:lpstr>
      <vt:lpstr>Wingdings</vt:lpstr>
      <vt:lpstr>Office Theme</vt:lpstr>
      <vt:lpstr>Office Theme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>9Slide.vn</Manager>
  <Company>9Slide.vn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>9Slide.vn</dc:subject>
  <dc:creator>Admin</dc:creator>
  <dc:description>9Slide.vn</dc:description>
  <cp:lastModifiedBy>Nguyen Dinh Khanh 20241787E</cp:lastModifiedBy>
  <cp:revision>17</cp:revision>
  <dcterms:created xsi:type="dcterms:W3CDTF">2020-12-31T09:57:48Z</dcterms:created>
  <dcterms:modified xsi:type="dcterms:W3CDTF">2025-12-31T18:26:22Z</dcterms:modified>
  <cp:category>9Slide.vn</cp:category>
  <dc:language>en-US</dc:languag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ppVersion">
    <vt:lpwstr>16.0000</vt:lpwstr>
  </property>
  <property fmtid="{D5CDD505-2E9C-101B-9397-08002B2CF9AE}" pid="3" name="ContentTypeId">
    <vt:lpwstr>0x0101004F531634775FD1439D5B67291EFE2AD4</vt:lpwstr>
  </property>
  <property fmtid="{D5CDD505-2E9C-101B-9397-08002B2CF9AE}" pid="4" name="HiddenSlides">
    <vt:i4>0</vt:i4>
  </property>
  <property fmtid="{D5CDD505-2E9C-101B-9397-08002B2CF9AE}" pid="5" name="HyperlinksChanged">
    <vt:bool>false</vt:bool>
  </property>
  <property fmtid="{D5CDD505-2E9C-101B-9397-08002B2CF9AE}" pid="6" name="LinksUpToDate">
    <vt:bool>false</vt:bool>
  </property>
  <property fmtid="{D5CDD505-2E9C-101B-9397-08002B2CF9AE}" pid="7" name="Notes">
    <vt:i4>0</vt:i4>
  </property>
  <property fmtid="{D5CDD505-2E9C-101B-9397-08002B2CF9AE}" pid="8" name="PresentationFormat">
    <vt:lpwstr>Widescreen</vt:lpwstr>
  </property>
  <property fmtid="{D5CDD505-2E9C-101B-9397-08002B2CF9AE}" pid="9" name="ScaleCrop">
    <vt:bool>false</vt:bool>
  </property>
  <property fmtid="{D5CDD505-2E9C-101B-9397-08002B2CF9AE}" pid="10" name="ShareDoc">
    <vt:bool>false</vt:bool>
  </property>
  <property fmtid="{D5CDD505-2E9C-101B-9397-08002B2CF9AE}" pid="11" name="Slides">
    <vt:i4>9</vt:i4>
  </property>
</Properties>
</file>